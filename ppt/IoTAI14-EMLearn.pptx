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3" r:id="rId1"/>
  </p:sldMasterIdLst>
  <p:notesMasterIdLst>
    <p:notesMasterId r:id="rId16"/>
  </p:notesMasterIdLst>
  <p:handoutMasterIdLst>
    <p:handoutMasterId r:id="rId17"/>
  </p:handoutMasterIdLst>
  <p:sldIdLst>
    <p:sldId id="264" r:id="rId2"/>
    <p:sldId id="265" r:id="rId3"/>
    <p:sldId id="299" r:id="rId4"/>
    <p:sldId id="305" r:id="rId5"/>
    <p:sldId id="300" r:id="rId6"/>
    <p:sldId id="309" r:id="rId7"/>
    <p:sldId id="310" r:id="rId8"/>
    <p:sldId id="306" r:id="rId9"/>
    <p:sldId id="311" r:id="rId10"/>
    <p:sldId id="301" r:id="rId11"/>
    <p:sldId id="307" r:id="rId12"/>
    <p:sldId id="302" r:id="rId13"/>
    <p:sldId id="308" r:id="rId14"/>
    <p:sldId id="303" r:id="rId15"/>
  </p:sldIdLst>
  <p:sldSz cx="9144000" cy="6858000" type="screen4x3"/>
  <p:notesSz cx="6648450" cy="978217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81">
          <p15:clr>
            <a:srgbClr val="A4A3A4"/>
          </p15:clr>
        </p15:guide>
        <p15:guide id="2" pos="209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4590" autoAdjust="0"/>
  </p:normalViewPr>
  <p:slideViewPr>
    <p:cSldViewPr>
      <p:cViewPr varScale="1">
        <p:scale>
          <a:sx n="113" d="100"/>
          <a:sy n="113" d="100"/>
        </p:scale>
        <p:origin x="1590" y="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6918"/>
    </p:cViewPr>
  </p:sorterViewPr>
  <p:notesViewPr>
    <p:cSldViewPr>
      <p:cViewPr>
        <p:scale>
          <a:sx n="100" d="100"/>
          <a:sy n="100" d="100"/>
        </p:scale>
        <p:origin x="-924" y="2430"/>
      </p:cViewPr>
      <p:guideLst>
        <p:guide orient="horz" pos="3081"/>
        <p:guide pos="209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1000">
                <a:latin typeface="Arial" charset="0"/>
              </a:defRPr>
            </a:lvl1pPr>
          </a:lstStyle>
          <a:p>
            <a:pPr>
              <a:defRPr/>
            </a:pPr>
            <a:fld id="{05A6847E-ECD8-4888-9A6C-CBE85B378C1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43995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76300" y="733425"/>
            <a:ext cx="4895850" cy="36703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56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379413" y="4646613"/>
            <a:ext cx="5851525" cy="4402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  <a:p>
            <a:pPr lvl="4"/>
            <a:r>
              <a:rPr lang="fr-FR" noProof="0"/>
              <a:t>Cinquième niveau</a:t>
            </a:r>
          </a:p>
        </p:txBody>
      </p:sp>
      <p:sp>
        <p:nvSpPr>
          <p:cNvPr id="256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© HANDSHAKE - Philippe MASINA</a:t>
            </a:r>
          </a:p>
        </p:txBody>
      </p:sp>
      <p:sp>
        <p:nvSpPr>
          <p:cNvPr id="256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I-</a:t>
            </a:r>
            <a:fld id="{88B410AF-14E7-4D87-8C8E-6E377E0C238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022458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2118913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87624" y="13209"/>
            <a:ext cx="7829947" cy="1143000"/>
          </a:xfrm>
        </p:spPr>
        <p:txBody>
          <a:bodyPr/>
          <a:lstStyle>
            <a:lvl1pPr>
              <a:defRPr sz="32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412776"/>
            <a:ext cx="8766051" cy="5040560"/>
          </a:xfrm>
        </p:spPr>
        <p:txBody>
          <a:bodyPr/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010342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1731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1355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3892756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568818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3664286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0620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855899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371934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4254946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7002463" y="457200"/>
            <a:ext cx="1943100" cy="5638800"/>
          </a:xfrm>
        </p:spPr>
        <p:txBody>
          <a:bodyPr vert="eaVert"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173163" y="457200"/>
            <a:ext cx="5676900" cy="563880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167171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ChangeArrowheads="1"/>
          </p:cNvSpPr>
          <p:nvPr/>
        </p:nvSpPr>
        <p:spPr bwMode="auto">
          <a:xfrm>
            <a:off x="0" y="6477000"/>
            <a:ext cx="9144000" cy="76200"/>
          </a:xfrm>
          <a:prstGeom prst="rect">
            <a:avLst/>
          </a:prstGeom>
          <a:solidFill>
            <a:srgbClr val="FF66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endParaRPr lang="fr-FR" altLang="fr-FR"/>
          </a:p>
        </p:txBody>
      </p:sp>
      <p:sp>
        <p:nvSpPr>
          <p:cNvPr id="1027" name="Text Box 3"/>
          <p:cNvSpPr txBox="1">
            <a:spLocks noChangeArrowheads="1"/>
          </p:cNvSpPr>
          <p:nvPr/>
        </p:nvSpPr>
        <p:spPr bwMode="auto">
          <a:xfrm>
            <a:off x="6934200" y="6553200"/>
            <a:ext cx="12192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 dirty="0"/>
              <a:t>Page </a:t>
            </a:r>
            <a:fld id="{E218E9B1-FD08-4C80-902E-210BA2967D0D}" type="slidenum">
              <a:rPr lang="fr-FR" sz="1200" smtClean="0"/>
              <a:pPr>
                <a:spcBef>
                  <a:spcPct val="50000"/>
                </a:spcBef>
                <a:defRPr/>
              </a:pPr>
              <a:t>‹N°›</a:t>
            </a:fld>
            <a:endParaRPr lang="fr-FR" dirty="0">
              <a:latin typeface="Times New Roman" pitchFamily="18" charset="0"/>
            </a:endParaRPr>
          </a:p>
        </p:txBody>
      </p:sp>
      <p:sp>
        <p:nvSpPr>
          <p:cNvPr id="1028" name="Text Box 4"/>
          <p:cNvSpPr txBox="1">
            <a:spLocks noChangeArrowheads="1"/>
          </p:cNvSpPr>
          <p:nvPr/>
        </p:nvSpPr>
        <p:spPr bwMode="auto">
          <a:xfrm>
            <a:off x="2209800" y="6553200"/>
            <a:ext cx="4724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fr-FR" sz="1600" dirty="0"/>
              <a:t>Python</a:t>
            </a:r>
            <a:endParaRPr lang="fr-FR" dirty="0">
              <a:latin typeface="Times New Roman" pitchFamily="18" charset="0"/>
            </a:endParaRP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1177925" y="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 style du titre du masque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9388" y="1196975"/>
            <a:ext cx="8766175" cy="528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les styles du texte du masque</a:t>
            </a:r>
          </a:p>
          <a:p>
            <a:pPr lvl="1"/>
            <a:r>
              <a:rPr lang="fr-FR" altLang="fr-FR"/>
              <a:t>Deuxième niveau</a:t>
            </a:r>
          </a:p>
          <a:p>
            <a:pPr lvl="2"/>
            <a:r>
              <a:rPr lang="fr-FR" altLang="fr-FR"/>
              <a:t>Troisième niveau</a:t>
            </a:r>
          </a:p>
          <a:p>
            <a:pPr lvl="3"/>
            <a:r>
              <a:rPr lang="fr-FR" altLang="fr-FR"/>
              <a:t>Quatrième niveau</a:t>
            </a:r>
          </a:p>
          <a:p>
            <a:pPr lvl="4"/>
            <a:r>
              <a:rPr lang="fr-FR" altLang="fr-FR"/>
              <a:t>Cinquième niveau</a:t>
            </a:r>
          </a:p>
        </p:txBody>
      </p:sp>
      <p:sp>
        <p:nvSpPr>
          <p:cNvPr id="1031" name="Text Box 7"/>
          <p:cNvSpPr txBox="1">
            <a:spLocks noChangeArrowheads="1"/>
          </p:cNvSpPr>
          <p:nvPr/>
        </p:nvSpPr>
        <p:spPr bwMode="auto">
          <a:xfrm>
            <a:off x="0" y="6521450"/>
            <a:ext cx="34290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/>
              <a:t>© Cyril Vincent Conseil</a:t>
            </a:r>
            <a:endParaRPr lang="fr-FR">
              <a:latin typeface="Times New Roman" pitchFamily="18" charset="0"/>
            </a:endParaRPr>
          </a:p>
        </p:txBody>
      </p:sp>
      <p:pic>
        <p:nvPicPr>
          <p:cNvPr id="1032" name="Picture 8" descr="cartevisite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187450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3" r:id="rId10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Monotype Sorts" pitchFamily="2" charset="2"/>
        <a:buChar char="o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5"/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pPr eaLnBrk="1" hangingPunct="1"/>
            <a:r>
              <a:rPr lang="fr-FR" altLang="fr-FR" dirty="0" err="1"/>
              <a:t>EMLearn</a:t>
            </a:r>
            <a:endParaRPr lang="fr-FR" altLang="fr-FR" dirty="0"/>
          </a:p>
        </p:txBody>
      </p:sp>
      <p:sp>
        <p:nvSpPr>
          <p:cNvPr id="3" name="ZoneTexte 2"/>
          <p:cNvSpPr txBox="1"/>
          <p:nvPr/>
        </p:nvSpPr>
        <p:spPr>
          <a:xfrm>
            <a:off x="3107495" y="2132856"/>
            <a:ext cx="29290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/>
              <a:t>Data Science</a:t>
            </a: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8560" y="2972129"/>
            <a:ext cx="3067050" cy="762000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4B0C0DD4-C32D-6361-822A-08686DBB9B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9339" y="3783217"/>
            <a:ext cx="3296110" cy="134321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EMLearn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EMLearn</a:t>
            </a:r>
            <a:r>
              <a:rPr lang="fr-FR" dirty="0"/>
              <a:t> est le portage de la partie prédiction de </a:t>
            </a:r>
            <a:r>
              <a:rPr lang="fr-FR" dirty="0" err="1"/>
              <a:t>SKLearn</a:t>
            </a:r>
            <a:r>
              <a:rPr lang="fr-FR" dirty="0"/>
              <a:t> en C et </a:t>
            </a:r>
            <a:r>
              <a:rPr lang="fr-FR" dirty="0" err="1"/>
              <a:t>MicroPython</a:t>
            </a:r>
            <a:r>
              <a:rPr lang="fr-FR" dirty="0"/>
              <a:t> pour </a:t>
            </a:r>
            <a:r>
              <a:rPr lang="fr-FR" dirty="0" err="1"/>
              <a:t>micro-contrôleurs</a:t>
            </a:r>
            <a:endParaRPr lang="fr-FR" dirty="0"/>
          </a:p>
          <a:p>
            <a:r>
              <a:rPr lang="fr-FR" dirty="0"/>
              <a:t>Les modèles portés sont</a:t>
            </a:r>
          </a:p>
          <a:p>
            <a:pPr lvl="1"/>
            <a:r>
              <a:rPr lang="fr-FR" dirty="0" err="1"/>
              <a:t>Linear</a:t>
            </a:r>
            <a:endParaRPr lang="fr-FR" dirty="0"/>
          </a:p>
          <a:p>
            <a:pPr lvl="1"/>
            <a:r>
              <a:rPr lang="fr-FR" dirty="0" err="1"/>
              <a:t>kNN</a:t>
            </a:r>
            <a:endParaRPr lang="fr-FR" dirty="0"/>
          </a:p>
          <a:p>
            <a:pPr lvl="1"/>
            <a:r>
              <a:rPr lang="fr-FR" dirty="0" err="1"/>
              <a:t>Random</a:t>
            </a:r>
            <a:r>
              <a:rPr lang="fr-FR" dirty="0"/>
              <a:t> Forest</a:t>
            </a:r>
          </a:p>
          <a:p>
            <a:pPr lvl="1"/>
            <a:r>
              <a:rPr lang="fr-FR" dirty="0"/>
              <a:t>MLP</a:t>
            </a:r>
          </a:p>
          <a:p>
            <a:pPr lvl="1"/>
            <a:r>
              <a:rPr lang="fr-FR" dirty="0"/>
              <a:t>CNN</a:t>
            </a:r>
          </a:p>
          <a:p>
            <a:pPr marL="0" indent="0">
              <a:buNone/>
            </a:pPr>
            <a:endParaRPr lang="fr-FR" dirty="0"/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4986054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CC23152-6627-C772-B631-B1291CD184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EMLearn</a:t>
            </a:r>
            <a:r>
              <a:rPr lang="fr-FR" dirty="0"/>
              <a:t> déterministes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AE70B2C-F7ED-567F-3F9A-638D5297BC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Des modèles déterministes sont portés depuis </a:t>
            </a:r>
            <a:r>
              <a:rPr lang="fr-FR" dirty="0" err="1"/>
              <a:t>Scipy</a:t>
            </a:r>
            <a:endParaRPr lang="fr-FR" dirty="0"/>
          </a:p>
          <a:p>
            <a:pPr lvl="1"/>
            <a:r>
              <a:rPr lang="fr-FR" dirty="0"/>
              <a:t>FFT</a:t>
            </a:r>
          </a:p>
          <a:p>
            <a:pPr lvl="1"/>
            <a:r>
              <a:rPr lang="fr-FR" dirty="0"/>
              <a:t>IIR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F99D4E22-D16B-35A0-6D48-1AFABD052C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2442" y="3573016"/>
            <a:ext cx="7459116" cy="25244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64430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59E6297-B124-CE2B-CBE1-7ABF978A67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EMLearn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2961B83-93D5-703B-E00E-704F2350EB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Faible empreinte mémoire</a:t>
            </a:r>
          </a:p>
          <a:p>
            <a:pPr lvl="1"/>
            <a:r>
              <a:rPr lang="fr-FR" dirty="0"/>
              <a:t>2 Ko</a:t>
            </a:r>
          </a:p>
          <a:p>
            <a:pPr lvl="1"/>
            <a:r>
              <a:rPr lang="fr-FR" dirty="0"/>
              <a:t>Fonctionne en </a:t>
            </a:r>
            <a:r>
              <a:rPr lang="fr-FR" dirty="0" err="1"/>
              <a:t>MicroPython</a:t>
            </a:r>
            <a:r>
              <a:rPr lang="fr-FR" dirty="0"/>
              <a:t> à partir de 16 Ko</a:t>
            </a:r>
          </a:p>
          <a:p>
            <a:r>
              <a:rPr lang="fr-FR" dirty="0"/>
              <a:t>Facile d'installation</a:t>
            </a:r>
          </a:p>
          <a:p>
            <a:pPr lvl="1"/>
            <a:r>
              <a:rPr lang="fr-FR" dirty="0"/>
              <a:t>Fichier .</a:t>
            </a:r>
            <a:r>
              <a:rPr lang="fr-FR" dirty="0" err="1"/>
              <a:t>mpy</a:t>
            </a:r>
            <a:endParaRPr lang="fr-FR" dirty="0"/>
          </a:p>
          <a:p>
            <a:r>
              <a:rPr lang="fr-FR" dirty="0"/>
              <a:t>Compatible int8, float16 et float32 signé ou non signés</a:t>
            </a:r>
          </a:p>
          <a:p>
            <a:r>
              <a:rPr lang="fr-FR" dirty="0"/>
              <a:t>Compatible 100% </a:t>
            </a:r>
            <a:r>
              <a:rPr lang="fr-FR" dirty="0" err="1"/>
              <a:t>MicroPython</a:t>
            </a:r>
            <a:r>
              <a:rPr lang="fr-FR" dirty="0"/>
              <a:t> et C99*</a:t>
            </a:r>
          </a:p>
          <a:p>
            <a:r>
              <a:rPr lang="fr-FR" dirty="0"/>
              <a:t>Compatibles avec plusieurs micro-</a:t>
            </a:r>
            <a:r>
              <a:rPr lang="fr-FR" dirty="0" err="1"/>
              <a:t>controlleurs</a:t>
            </a: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65BBF803-5267-3ABE-656A-F085771E01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4877" y="5665201"/>
            <a:ext cx="3047244" cy="11788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11482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75EC8CF-5940-5BF8-24F8-47088357EE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EMLearn</a:t>
            </a:r>
            <a:r>
              <a:rPr lang="fr-FR" dirty="0"/>
              <a:t> Python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AE321F9-A7CC-0926-30B3-A801A51F44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EMLearn</a:t>
            </a:r>
            <a:r>
              <a:rPr lang="fr-FR" dirty="0"/>
              <a:t> propose également une API Python pour pouvoir sauvegarder des modèles et des </a:t>
            </a:r>
            <a:r>
              <a:rPr lang="fr-FR" dirty="0" err="1"/>
              <a:t>scalers</a:t>
            </a:r>
            <a:endParaRPr lang="fr-FR" dirty="0"/>
          </a:p>
          <a:p>
            <a:pPr lvl="1"/>
            <a:r>
              <a:rPr lang="fr-FR" dirty="0" err="1"/>
              <a:t>cmodel</a:t>
            </a:r>
            <a:r>
              <a:rPr lang="fr-FR" dirty="0"/>
              <a:t> = </a:t>
            </a:r>
            <a:r>
              <a:rPr lang="fr-FR" dirty="0" err="1"/>
              <a:t>emlearn.convert</a:t>
            </a:r>
            <a:r>
              <a:rPr lang="fr-FR" dirty="0"/>
              <a:t>(model, </a:t>
            </a:r>
            <a:r>
              <a:rPr lang="fr-FR" dirty="0" err="1"/>
              <a:t>method</a:t>
            </a:r>
            <a:r>
              <a:rPr lang="fr-FR" dirty="0"/>
              <a:t>='</a:t>
            </a:r>
            <a:r>
              <a:rPr lang="fr-FR" dirty="0" err="1"/>
              <a:t>inline</a:t>
            </a:r>
            <a:r>
              <a:rPr lang="fr-FR" dirty="0"/>
              <a:t>')</a:t>
            </a:r>
          </a:p>
          <a:p>
            <a:pPr lvl="1"/>
            <a:r>
              <a:rPr lang="fr-FR" dirty="0" err="1"/>
              <a:t>cmodel.save</a:t>
            </a:r>
            <a:r>
              <a:rPr lang="fr-FR" dirty="0"/>
              <a:t>(file="</a:t>
            </a:r>
            <a:r>
              <a:rPr lang="fr-FR" dirty="0" err="1"/>
              <a:t>path</a:t>
            </a:r>
            <a:r>
              <a:rPr lang="fr-FR" dirty="0"/>
              <a:t>", </a:t>
            </a:r>
            <a:r>
              <a:rPr lang="fr-FR" dirty="0" err="1"/>
              <a:t>name</a:t>
            </a:r>
            <a:r>
              <a:rPr lang="fr-FR" dirty="0"/>
              <a:t>='</a:t>
            </a:r>
            <a:r>
              <a:rPr lang="fr-FR" dirty="0" err="1"/>
              <a:t>rf</a:t>
            </a:r>
            <a:r>
              <a:rPr lang="fr-FR" dirty="0"/>
              <a:t>', format='csv’)</a:t>
            </a:r>
          </a:p>
          <a:p>
            <a:pPr lvl="1"/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7910512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217252-DE92-461A-93F7-E928B5801F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6ADA82D-06BF-F222-D090-850C221C28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EMLearn</a:t>
            </a:r>
            <a:r>
              <a:rPr lang="fr-FR" dirty="0"/>
              <a:t> C/C++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B369F87-EEEF-5115-2036-6ED261FD00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EMLearn</a:t>
            </a:r>
            <a:r>
              <a:rPr lang="fr-FR" dirty="0"/>
              <a:t> propose également une API Python pour pouvoir sauvegarder des modèles et des </a:t>
            </a:r>
            <a:r>
              <a:rPr lang="fr-FR" dirty="0" err="1"/>
              <a:t>scalers</a:t>
            </a:r>
            <a:r>
              <a:rPr lang="fr-FR" dirty="0"/>
              <a:t> en .h</a:t>
            </a:r>
          </a:p>
          <a:p>
            <a:pPr lvl="1"/>
            <a:r>
              <a:rPr lang="fr-FR" dirty="0" err="1"/>
              <a:t>cmodel</a:t>
            </a:r>
            <a:r>
              <a:rPr lang="fr-FR" dirty="0"/>
              <a:t> = </a:t>
            </a:r>
            <a:r>
              <a:rPr lang="fr-FR" dirty="0" err="1"/>
              <a:t>emlearn.convert</a:t>
            </a:r>
            <a:r>
              <a:rPr lang="fr-FR" dirty="0"/>
              <a:t>(model, </a:t>
            </a:r>
            <a:r>
              <a:rPr lang="fr-FR" dirty="0" err="1"/>
              <a:t>method</a:t>
            </a:r>
            <a:r>
              <a:rPr lang="fr-FR" dirty="0"/>
              <a:t>='</a:t>
            </a:r>
            <a:r>
              <a:rPr lang="fr-FR" dirty="0" err="1"/>
              <a:t>inline</a:t>
            </a:r>
            <a:r>
              <a:rPr lang="fr-FR" dirty="0"/>
              <a:t>')</a:t>
            </a:r>
          </a:p>
          <a:p>
            <a:pPr lvl="1"/>
            <a:r>
              <a:rPr lang="fr-FR" dirty="0" err="1"/>
              <a:t>cmodel.save</a:t>
            </a:r>
            <a:r>
              <a:rPr lang="fr-FR" dirty="0"/>
              <a:t>(file="</a:t>
            </a:r>
            <a:r>
              <a:rPr lang="fr-FR" dirty="0" err="1"/>
              <a:t>path</a:t>
            </a:r>
            <a:r>
              <a:rPr lang="fr-FR" dirty="0"/>
              <a:t>", </a:t>
            </a:r>
            <a:r>
              <a:rPr lang="fr-FR" dirty="0" err="1"/>
              <a:t>name</a:t>
            </a:r>
            <a:r>
              <a:rPr lang="fr-FR" dirty="0"/>
              <a:t>='</a:t>
            </a:r>
            <a:r>
              <a:rPr lang="fr-FR" dirty="0" err="1"/>
              <a:t>rf</a:t>
            </a:r>
            <a:r>
              <a:rPr lang="fr-FR" dirty="0"/>
              <a:t>')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2230435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8AFC401-3A00-28E1-D718-4E21AE9DCA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EMLearn</a:t>
            </a:r>
            <a:r>
              <a:rPr lang="fr-FR" dirty="0"/>
              <a:t> côté </a:t>
            </a:r>
            <a:r>
              <a:rPr lang="fr-FR" dirty="0" err="1"/>
              <a:t>board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E8D659E-3CCF-7DE5-E6FC-E754585DAB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EMLEarn</a:t>
            </a:r>
            <a:r>
              <a:rPr lang="fr-FR" dirty="0"/>
              <a:t> est en 2 parties</a:t>
            </a:r>
          </a:p>
          <a:p>
            <a:pPr lvl="1"/>
            <a:r>
              <a:rPr lang="fr-FR" dirty="0"/>
              <a:t>La partie Python côté "serveur"</a:t>
            </a:r>
          </a:p>
          <a:p>
            <a:pPr lvl="1"/>
            <a:r>
              <a:rPr lang="fr-FR" dirty="0"/>
              <a:t>La partie Board</a:t>
            </a:r>
          </a:p>
          <a:p>
            <a:pPr lvl="1"/>
            <a:r>
              <a:rPr lang="fr-FR" dirty="0"/>
              <a:t>Compatible </a:t>
            </a:r>
            <a:r>
              <a:rPr lang="fr-FR" dirty="0" err="1"/>
              <a:t>MicroPython</a:t>
            </a:r>
            <a:r>
              <a:rPr lang="fr-FR" dirty="0"/>
              <a:t>, </a:t>
            </a:r>
            <a:r>
              <a:rPr lang="fr-FR" dirty="0" err="1"/>
              <a:t>PlatformIO</a:t>
            </a:r>
            <a:r>
              <a:rPr lang="fr-FR" dirty="0"/>
              <a:t> et C/C++</a:t>
            </a:r>
          </a:p>
          <a:p>
            <a:pPr lvl="1"/>
            <a:r>
              <a:rPr lang="fr-FR" dirty="0"/>
              <a:t>En C/C++ rien à faire, juste importer le .h</a:t>
            </a:r>
          </a:p>
          <a:p>
            <a:pPr lvl="1"/>
            <a:r>
              <a:rPr lang="fr-FR" dirty="0"/>
              <a:t>En </a:t>
            </a:r>
            <a:r>
              <a:rPr lang="fr-FR" dirty="0" err="1"/>
              <a:t>MicroPython</a:t>
            </a:r>
            <a:r>
              <a:rPr lang="fr-FR" dirty="0"/>
              <a:t> il y a des librairies à importer et il faut programmer avec des </a:t>
            </a:r>
            <a:r>
              <a:rPr lang="fr-FR" dirty="0" err="1"/>
              <a:t>Array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3599513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09DFF04-F680-BDA6-7C47-7BDF4CC80A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Compatible C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B9FDBB3-A562-ECE1-FDDB-4C190AD254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EB8AB88F-F555-F5BC-8F6B-DEE315FD5A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56209"/>
            <a:ext cx="9144000" cy="5070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92920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C6B8ED1-600F-24DF-B342-DC469AA317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TP 12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0A95CF7-C010-0455-87D7-AC89F7A9FB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RF </a:t>
            </a:r>
            <a:r>
              <a:rPr lang="fr-FR" dirty="0" err="1"/>
              <a:t>Breast</a:t>
            </a:r>
            <a:r>
              <a:rPr lang="fr-FR" dirty="0"/>
              <a:t> Cancer sur Arduino</a:t>
            </a:r>
          </a:p>
          <a:p>
            <a:r>
              <a:rPr lang="fr-FR" dirty="0"/>
              <a:t>RF </a:t>
            </a:r>
            <a:r>
              <a:rPr lang="fr-FR" dirty="0" err="1"/>
              <a:t>Regression</a:t>
            </a:r>
            <a:r>
              <a:rPr lang="fr-FR" dirty="0"/>
              <a:t> RUL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077769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A7A7AE4-9190-432C-379B-B94C669F8B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Array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90CD356-C6FC-39E5-8A85-53639D696A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EMLearn</a:t>
            </a:r>
            <a:r>
              <a:rPr lang="fr-FR" dirty="0"/>
              <a:t> n'utilise pas les </a:t>
            </a:r>
            <a:r>
              <a:rPr lang="fr-FR" dirty="0" err="1"/>
              <a:t>np.array</a:t>
            </a:r>
            <a:endParaRPr lang="fr-FR" dirty="0"/>
          </a:p>
          <a:p>
            <a:pPr lvl="1"/>
            <a:r>
              <a:rPr lang="fr-FR" dirty="0"/>
              <a:t>Trop gourmand car 64 bits</a:t>
            </a:r>
          </a:p>
          <a:p>
            <a:r>
              <a:rPr lang="fr-FR" dirty="0"/>
              <a:t>Utilise les </a:t>
            </a:r>
            <a:r>
              <a:rPr lang="fr-FR" dirty="0" err="1"/>
              <a:t>array.array</a:t>
            </a:r>
            <a:endParaRPr lang="fr-FR" dirty="0"/>
          </a:p>
          <a:p>
            <a:pPr lvl="1"/>
            <a:r>
              <a:rPr lang="fr-FR" dirty="0"/>
              <a:t>Natif Python et </a:t>
            </a:r>
            <a:r>
              <a:rPr lang="fr-FR" dirty="0" err="1"/>
              <a:t>MicroPython</a:t>
            </a:r>
            <a:endParaRPr lang="fr-FR" dirty="0"/>
          </a:p>
          <a:p>
            <a:pPr lvl="1"/>
            <a:r>
              <a:rPr lang="fr-FR" dirty="0"/>
              <a:t>Fonctionne comme un tableau C</a:t>
            </a:r>
          </a:p>
          <a:p>
            <a:pPr lvl="1"/>
            <a:r>
              <a:rPr lang="fr-FR" dirty="0"/>
              <a:t>import </a:t>
            </a:r>
            <a:r>
              <a:rPr lang="fr-FR" dirty="0" err="1"/>
              <a:t>array</a:t>
            </a:r>
            <a:endParaRPr lang="fr-FR" dirty="0"/>
          </a:p>
          <a:p>
            <a:pPr lvl="1"/>
            <a:r>
              <a:rPr lang="fr-FR" dirty="0" err="1"/>
              <a:t>array.array</a:t>
            </a:r>
            <a:r>
              <a:rPr lang="fr-FR" dirty="0"/>
              <a:t>("f", [1,2,3,4])</a:t>
            </a:r>
          </a:p>
          <a:p>
            <a:pPr lvl="1"/>
            <a:r>
              <a:rPr lang="fr-FR" dirty="0"/>
              <a:t>Créer un </a:t>
            </a:r>
            <a:r>
              <a:rPr lang="fr-FR" dirty="0" err="1"/>
              <a:t>array</a:t>
            </a:r>
            <a:r>
              <a:rPr lang="fr-FR" dirty="0"/>
              <a:t> à partir d'une liste Python</a:t>
            </a:r>
          </a:p>
          <a:p>
            <a:pPr lvl="1"/>
            <a:r>
              <a:rPr lang="fr-FR" dirty="0"/>
              <a:t>"f" = float32</a:t>
            </a:r>
          </a:p>
          <a:p>
            <a:pPr lvl="1"/>
            <a:r>
              <a:rPr lang="fr-FR" dirty="0"/>
              <a:t>"h" = float16</a:t>
            </a:r>
          </a:p>
          <a:p>
            <a:pPr lvl="1"/>
            <a:r>
              <a:rPr lang="fr-FR" dirty="0"/>
              <a:t>"B" = int8</a:t>
            </a:r>
          </a:p>
        </p:txBody>
      </p:sp>
    </p:spTree>
    <p:extLst>
      <p:ext uri="{BB962C8B-B14F-4D97-AF65-F5344CB8AC3E}">
        <p14:creationId xmlns:p14="http://schemas.microsoft.com/office/powerpoint/2010/main" val="10646615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BF935B4-2EB9-F611-5093-C33E094D52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Rapide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D243707-41C9-FD7D-26FF-B9B712ACC5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64A95D5E-9186-1452-8CE6-82D4F0206A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0838" y="2209630"/>
            <a:ext cx="5182323" cy="24387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40403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8FA7806-CC3B-BFE7-C428-B577A5542A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emlearn_trees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62C0F02-BF80-F619-E1E2-72B0884DFD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Les modèle RF </a:t>
            </a:r>
            <a:r>
              <a:rPr lang="fr-FR" dirty="0" err="1"/>
              <a:t>emlearn_trees</a:t>
            </a:r>
            <a:endParaRPr lang="fr-FR" dirty="0"/>
          </a:p>
          <a:p>
            <a:r>
              <a:rPr lang="fr-FR" dirty="0"/>
              <a:t>La méthode new permet de créer un modèle</a:t>
            </a:r>
          </a:p>
          <a:p>
            <a:pPr lvl="1"/>
            <a:r>
              <a:rPr lang="en-US" dirty="0" err="1"/>
              <a:t>emlearn_trees.new</a:t>
            </a:r>
            <a:r>
              <a:rPr lang="en-US" dirty="0"/>
              <a:t>(</a:t>
            </a:r>
            <a:r>
              <a:rPr lang="en-US" dirty="0" err="1"/>
              <a:t>nb_tree</a:t>
            </a:r>
            <a:r>
              <a:rPr lang="en-US" dirty="0"/>
              <a:t>, </a:t>
            </a:r>
            <a:r>
              <a:rPr lang="en-US" dirty="0" err="1"/>
              <a:t>max_nodes</a:t>
            </a:r>
            <a:r>
              <a:rPr lang="en-US" dirty="0"/>
              <a:t>, features)</a:t>
            </a:r>
          </a:p>
          <a:p>
            <a:pPr lvl="1"/>
            <a:r>
              <a:rPr lang="en-US" dirty="0"/>
              <a:t>Les features </a:t>
            </a:r>
            <a:r>
              <a:rPr lang="en-US" dirty="0" err="1"/>
              <a:t>sont</a:t>
            </a:r>
            <a:r>
              <a:rPr lang="en-US" dirty="0"/>
              <a:t> </a:t>
            </a:r>
            <a:r>
              <a:rPr lang="en-US" dirty="0" err="1"/>
              <a:t>limitées</a:t>
            </a:r>
            <a:r>
              <a:rPr lang="en-US" dirty="0"/>
              <a:t> à 100</a:t>
            </a:r>
          </a:p>
          <a:p>
            <a:r>
              <a:rPr lang="en-US" dirty="0"/>
              <a:t>La </a:t>
            </a:r>
            <a:r>
              <a:rPr lang="en-US" dirty="0" err="1"/>
              <a:t>méthode</a:t>
            </a:r>
            <a:r>
              <a:rPr lang="en-US" dirty="0"/>
              <a:t> </a:t>
            </a:r>
            <a:r>
              <a:rPr lang="en-US" dirty="0" err="1"/>
              <a:t>load_model</a:t>
            </a:r>
            <a:r>
              <a:rPr lang="fr-FR" dirty="0"/>
              <a:t>permet de créer un modèle sauvegarder depuis </a:t>
            </a:r>
            <a:r>
              <a:rPr lang="fr-FR" dirty="0" err="1"/>
              <a:t>sklearn</a:t>
            </a:r>
            <a:r>
              <a:rPr lang="fr-FR" dirty="0"/>
              <a:t> </a:t>
            </a:r>
          </a:p>
          <a:p>
            <a:pPr lvl="1"/>
            <a:r>
              <a:rPr lang="fr-FR" dirty="0"/>
              <a:t>model = </a:t>
            </a:r>
            <a:r>
              <a:rPr lang="fr-FR" dirty="0" err="1"/>
              <a:t>emlearn_trees.load_model</a:t>
            </a:r>
            <a:r>
              <a:rPr lang="fr-FR" dirty="0"/>
              <a:t>(model, f)</a:t>
            </a:r>
          </a:p>
          <a:p>
            <a:r>
              <a:rPr lang="fr-FR" dirty="0"/>
              <a:t>Prédiction</a:t>
            </a:r>
          </a:p>
          <a:p>
            <a:pPr lvl="1"/>
            <a:r>
              <a:rPr lang="fr-FR" dirty="0" err="1"/>
              <a:t>model.predict</a:t>
            </a:r>
            <a:r>
              <a:rPr lang="fr-FR" dirty="0"/>
              <a:t>(x, out)</a:t>
            </a:r>
          </a:p>
          <a:p>
            <a:pPr lvl="1"/>
            <a:endParaRPr lang="fr-FR" dirty="0"/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5499381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48BE992-5C6F-7803-95E7-3FE1B615EB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Les concurrents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51B8723-375E-B638-6FE8-B13156CF70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DDB74A6E-18B7-7934-14A3-F16FB500F9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65681"/>
            <a:ext cx="9144000" cy="3726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14497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9098E66-BAFD-23AE-2B56-D72414CC5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TP13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48D0D33-6145-EC8A-4028-4B0D94DE59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RF </a:t>
            </a:r>
            <a:r>
              <a:rPr lang="fr-FR" dirty="0" err="1"/>
              <a:t>Breast</a:t>
            </a:r>
            <a:r>
              <a:rPr lang="fr-FR" dirty="0"/>
              <a:t> Cancer sur ESP32 en </a:t>
            </a:r>
            <a:r>
              <a:rPr lang="fr-FR" dirty="0" err="1"/>
              <a:t>MicroPython</a:t>
            </a:r>
            <a:endParaRPr lang="fr-FR" dirty="0"/>
          </a:p>
          <a:p>
            <a:r>
              <a:rPr lang="fr-FR" dirty="0"/>
              <a:t>RF RUL</a:t>
            </a:r>
          </a:p>
        </p:txBody>
      </p:sp>
    </p:spTree>
    <p:extLst>
      <p:ext uri="{BB962C8B-B14F-4D97-AF65-F5344CB8AC3E}">
        <p14:creationId xmlns:p14="http://schemas.microsoft.com/office/powerpoint/2010/main" val="3154801537"/>
      </p:ext>
    </p:extLst>
  </p:cSld>
  <p:clrMapOvr>
    <a:masterClrMapping/>
  </p:clrMapOvr>
</p:sld>
</file>

<file path=ppt/theme/theme1.xml><?xml version="1.0" encoding="utf-8"?>
<a:theme xmlns:a="http://schemas.openxmlformats.org/drawingml/2006/main" name="cvc">
  <a:themeElements>
    <a:clrScheme name="cvc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cvc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cvc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vc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8370</TotalTime>
  <Words>389</Words>
  <Application>Microsoft Office PowerPoint</Application>
  <PresentationFormat>Affichage à l'écran (4:3)</PresentationFormat>
  <Paragraphs>68</Paragraphs>
  <Slides>14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14</vt:i4>
      </vt:variant>
    </vt:vector>
  </HeadingPairs>
  <TitlesOfParts>
    <vt:vector size="18" baseType="lpstr">
      <vt:lpstr>Arial</vt:lpstr>
      <vt:lpstr>Monotype Sorts</vt:lpstr>
      <vt:lpstr>Times New Roman</vt:lpstr>
      <vt:lpstr>cvc</vt:lpstr>
      <vt:lpstr>Présentation PowerPoint</vt:lpstr>
      <vt:lpstr>EMLearn</vt:lpstr>
      <vt:lpstr>EMLearn déterministes</vt:lpstr>
      <vt:lpstr>EMLearn</vt:lpstr>
      <vt:lpstr>EMLearn Python</vt:lpstr>
      <vt:lpstr>EMLearn C/C++</vt:lpstr>
      <vt:lpstr>EMLearn côté board</vt:lpstr>
      <vt:lpstr>Compatible C</vt:lpstr>
      <vt:lpstr>TP 12</vt:lpstr>
      <vt:lpstr>Array</vt:lpstr>
      <vt:lpstr>Rapide</vt:lpstr>
      <vt:lpstr>emlearn_trees</vt:lpstr>
      <vt:lpstr>Les concurrents</vt:lpstr>
      <vt:lpstr>TP13</vt:lpstr>
    </vt:vector>
  </TitlesOfParts>
  <Company>jkhjkjkh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</dc:title>
  <dc:creator>jhkhkhkj</dc:creator>
  <cp:lastModifiedBy>user73</cp:lastModifiedBy>
  <cp:revision>373</cp:revision>
  <dcterms:created xsi:type="dcterms:W3CDTF">2000-04-10T19:33:12Z</dcterms:created>
  <dcterms:modified xsi:type="dcterms:W3CDTF">2026-07-10T07:21:46Z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lpwstr>0.1</vt:lpwstr>
  </property>
</Properties>
</file>