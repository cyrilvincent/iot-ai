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6"/>
  </p:notesMasterIdLst>
  <p:handoutMasterIdLst>
    <p:handoutMasterId r:id="rId17"/>
  </p:handoutMasterIdLst>
  <p:sldIdLst>
    <p:sldId id="264" r:id="rId2"/>
    <p:sldId id="265" r:id="rId3"/>
    <p:sldId id="299" r:id="rId4"/>
    <p:sldId id="305" r:id="rId5"/>
    <p:sldId id="300" r:id="rId6"/>
    <p:sldId id="309" r:id="rId7"/>
    <p:sldId id="310" r:id="rId8"/>
    <p:sldId id="306" r:id="rId9"/>
    <p:sldId id="311" r:id="rId10"/>
    <p:sldId id="301" r:id="rId11"/>
    <p:sldId id="307" r:id="rId12"/>
    <p:sldId id="302" r:id="rId13"/>
    <p:sldId id="308" r:id="rId14"/>
    <p:sldId id="303" r:id="rId1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82" d="100"/>
          <a:sy n="82" d="100"/>
        </p:scale>
        <p:origin x="1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EMLearn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B0C0DD4-C32D-6361-822A-08686DBB9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339" y="3783217"/>
            <a:ext cx="3296110" cy="13432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est le portage de la partie prédiction de </a:t>
            </a:r>
            <a:r>
              <a:rPr lang="fr-FR" dirty="0" err="1"/>
              <a:t>SKLearn</a:t>
            </a:r>
            <a:r>
              <a:rPr lang="fr-FR" dirty="0"/>
              <a:t> en C et </a:t>
            </a:r>
            <a:r>
              <a:rPr lang="fr-FR" dirty="0" err="1"/>
              <a:t>MicroPython</a:t>
            </a:r>
            <a:r>
              <a:rPr lang="fr-FR" dirty="0"/>
              <a:t> pour </a:t>
            </a:r>
            <a:r>
              <a:rPr lang="fr-FR" dirty="0" err="1"/>
              <a:t>micro-contrôleurs</a:t>
            </a:r>
            <a:endParaRPr lang="fr-FR" dirty="0"/>
          </a:p>
          <a:p>
            <a:r>
              <a:rPr lang="fr-FR" dirty="0"/>
              <a:t>Les modèles portés sont</a:t>
            </a:r>
          </a:p>
          <a:p>
            <a:pPr lvl="1"/>
            <a:r>
              <a:rPr lang="fr-FR" dirty="0" err="1"/>
              <a:t>Linear</a:t>
            </a:r>
            <a:endParaRPr lang="fr-FR" dirty="0"/>
          </a:p>
          <a:p>
            <a:pPr lvl="1"/>
            <a:r>
              <a:rPr lang="fr-FR" dirty="0" err="1"/>
              <a:t>kNN</a:t>
            </a:r>
            <a:endParaRPr lang="fr-FR" dirty="0"/>
          </a:p>
          <a:p>
            <a:pPr lvl="1"/>
            <a:r>
              <a:rPr lang="fr-FR" dirty="0" err="1"/>
              <a:t>Random</a:t>
            </a:r>
            <a:r>
              <a:rPr lang="fr-FR" dirty="0"/>
              <a:t> Forest</a:t>
            </a:r>
          </a:p>
          <a:p>
            <a:pPr lvl="1"/>
            <a:r>
              <a:rPr lang="fr-FR" dirty="0"/>
              <a:t>MLP</a:t>
            </a:r>
          </a:p>
          <a:p>
            <a:pPr lvl="1"/>
            <a:r>
              <a:rPr lang="fr-FR" dirty="0"/>
              <a:t>CNN</a:t>
            </a:r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C23152-6627-C772-B631-B1291CD18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déterministes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E70B2C-F7ED-567F-3F9A-638D5297B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Des modèles déterministes sont portés depuis </a:t>
            </a:r>
            <a:r>
              <a:rPr lang="fr-FR" dirty="0" err="1"/>
              <a:t>Scipy</a:t>
            </a:r>
            <a:endParaRPr lang="fr-FR" dirty="0"/>
          </a:p>
          <a:p>
            <a:pPr lvl="1"/>
            <a:r>
              <a:rPr lang="fr-FR" dirty="0"/>
              <a:t>FFT</a:t>
            </a:r>
          </a:p>
          <a:p>
            <a:pPr lvl="1"/>
            <a:r>
              <a:rPr lang="fr-FR" dirty="0"/>
              <a:t>IIR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99D4E22-D16B-35A0-6D48-1AFABD05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42" y="3573016"/>
            <a:ext cx="7459116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43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9E6297-B124-CE2B-CBE1-7ABF978A6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961B83-93D5-703B-E00E-704F2350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Faible empreinte mémoire</a:t>
            </a:r>
          </a:p>
          <a:p>
            <a:pPr lvl="1"/>
            <a:r>
              <a:rPr lang="fr-FR" dirty="0"/>
              <a:t>2 Ko</a:t>
            </a:r>
          </a:p>
          <a:p>
            <a:pPr lvl="1"/>
            <a:r>
              <a:rPr lang="fr-FR" dirty="0"/>
              <a:t>Fonctionne en </a:t>
            </a:r>
            <a:r>
              <a:rPr lang="fr-FR" dirty="0" err="1"/>
              <a:t>MicroPython</a:t>
            </a:r>
            <a:r>
              <a:rPr lang="fr-FR" dirty="0"/>
              <a:t> à partir de 16 Ko</a:t>
            </a:r>
          </a:p>
          <a:p>
            <a:r>
              <a:rPr lang="fr-FR" dirty="0"/>
              <a:t>Facile d'installation</a:t>
            </a:r>
          </a:p>
          <a:p>
            <a:pPr lvl="1"/>
            <a:r>
              <a:rPr lang="fr-FR" dirty="0"/>
              <a:t>Fichier .</a:t>
            </a:r>
            <a:r>
              <a:rPr lang="fr-FR" dirty="0" err="1"/>
              <a:t>mpy</a:t>
            </a:r>
            <a:endParaRPr lang="fr-FR" dirty="0"/>
          </a:p>
          <a:p>
            <a:r>
              <a:rPr lang="fr-FR" dirty="0"/>
              <a:t>Compatible int8, float16 et float32 signé ou non signés</a:t>
            </a:r>
          </a:p>
          <a:p>
            <a:r>
              <a:rPr lang="fr-FR" dirty="0"/>
              <a:t>Compatible 100% </a:t>
            </a:r>
            <a:r>
              <a:rPr lang="fr-FR" dirty="0" err="1"/>
              <a:t>MicroPython</a:t>
            </a:r>
            <a:r>
              <a:rPr lang="fr-FR" dirty="0"/>
              <a:t> et C99*</a:t>
            </a:r>
          </a:p>
          <a:p>
            <a:r>
              <a:rPr lang="fr-FR" dirty="0"/>
              <a:t>Compatibles avec plusieurs micro-</a:t>
            </a:r>
            <a:r>
              <a:rPr lang="fr-FR" dirty="0" err="1"/>
              <a:t>controlleurs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BBF803-5267-3ABE-656A-F085771E0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877" y="5665201"/>
            <a:ext cx="3047244" cy="117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14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5EC8CF-5940-5BF8-24F8-47088357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Python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E321F9-A7CC-0926-30B3-A801A51F4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propose également une API Python pour pouvoir sauvegarder des modèles et des </a:t>
            </a:r>
            <a:r>
              <a:rPr lang="fr-FR" dirty="0" err="1"/>
              <a:t>scalers</a:t>
            </a:r>
            <a:endParaRPr lang="fr-FR" dirty="0"/>
          </a:p>
          <a:p>
            <a:pPr lvl="1"/>
            <a:r>
              <a:rPr lang="fr-FR" dirty="0" err="1"/>
              <a:t>cmodel</a:t>
            </a:r>
            <a:r>
              <a:rPr lang="fr-FR" dirty="0"/>
              <a:t> = </a:t>
            </a:r>
            <a:r>
              <a:rPr lang="fr-FR" dirty="0" err="1"/>
              <a:t>emlearn.convert</a:t>
            </a:r>
            <a:r>
              <a:rPr lang="fr-FR" dirty="0"/>
              <a:t>(model, </a:t>
            </a:r>
            <a:r>
              <a:rPr lang="fr-FR" dirty="0" err="1"/>
              <a:t>method</a:t>
            </a:r>
            <a:r>
              <a:rPr lang="fr-FR" dirty="0"/>
              <a:t>='</a:t>
            </a:r>
            <a:r>
              <a:rPr lang="fr-FR" dirty="0" err="1"/>
              <a:t>inline</a:t>
            </a:r>
            <a:r>
              <a:rPr lang="fr-FR" dirty="0"/>
              <a:t>')</a:t>
            </a:r>
          </a:p>
          <a:p>
            <a:pPr lvl="1"/>
            <a:r>
              <a:rPr lang="fr-FR" dirty="0" err="1"/>
              <a:t>cmodel.save</a:t>
            </a:r>
            <a:r>
              <a:rPr lang="fr-FR" dirty="0"/>
              <a:t>(file="</a:t>
            </a:r>
            <a:r>
              <a:rPr lang="fr-FR" dirty="0" err="1"/>
              <a:t>path</a:t>
            </a:r>
            <a:r>
              <a:rPr lang="fr-FR" dirty="0"/>
              <a:t>", </a:t>
            </a:r>
            <a:r>
              <a:rPr lang="fr-FR" dirty="0" err="1"/>
              <a:t>name</a:t>
            </a:r>
            <a:r>
              <a:rPr lang="fr-FR" dirty="0"/>
              <a:t>='</a:t>
            </a:r>
            <a:r>
              <a:rPr lang="fr-FR" dirty="0" err="1"/>
              <a:t>rf</a:t>
            </a:r>
            <a:r>
              <a:rPr lang="fr-FR" dirty="0"/>
              <a:t>', format='csv')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1051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17252-DE92-461A-93F7-E928B5801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ADA82D-06BF-F222-D090-850C221C2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C/C++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369F87-EEEF-5115-2036-6ED261FD0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propose également une API Python pour pouvoir sauvegarder des modèles et des </a:t>
            </a:r>
            <a:r>
              <a:rPr lang="fr-FR" dirty="0" err="1"/>
              <a:t>scalers</a:t>
            </a:r>
            <a:r>
              <a:rPr lang="fr-FR" dirty="0"/>
              <a:t> en .h</a:t>
            </a:r>
          </a:p>
          <a:p>
            <a:pPr lvl="1"/>
            <a:r>
              <a:rPr lang="fr-FR" dirty="0" err="1"/>
              <a:t>cmodel</a:t>
            </a:r>
            <a:r>
              <a:rPr lang="fr-FR" dirty="0"/>
              <a:t> = </a:t>
            </a:r>
            <a:r>
              <a:rPr lang="fr-FR" dirty="0" err="1"/>
              <a:t>emlearn.convert</a:t>
            </a:r>
            <a:r>
              <a:rPr lang="fr-FR" dirty="0"/>
              <a:t>(model, </a:t>
            </a:r>
            <a:r>
              <a:rPr lang="fr-FR" dirty="0" err="1"/>
              <a:t>method</a:t>
            </a:r>
            <a:r>
              <a:rPr lang="fr-FR" dirty="0"/>
              <a:t>='</a:t>
            </a:r>
            <a:r>
              <a:rPr lang="fr-FR" dirty="0" err="1"/>
              <a:t>inline</a:t>
            </a:r>
            <a:r>
              <a:rPr lang="fr-FR" dirty="0"/>
              <a:t>')</a:t>
            </a:r>
          </a:p>
          <a:p>
            <a:pPr lvl="1"/>
            <a:r>
              <a:rPr lang="fr-FR" dirty="0" err="1"/>
              <a:t>cmodel.save</a:t>
            </a:r>
            <a:r>
              <a:rPr lang="fr-FR" dirty="0"/>
              <a:t>(file="</a:t>
            </a:r>
            <a:r>
              <a:rPr lang="fr-FR" dirty="0" err="1"/>
              <a:t>path</a:t>
            </a:r>
            <a:r>
              <a:rPr lang="fr-FR" dirty="0"/>
              <a:t>", </a:t>
            </a:r>
            <a:r>
              <a:rPr lang="fr-FR" dirty="0" err="1"/>
              <a:t>name</a:t>
            </a:r>
            <a:r>
              <a:rPr lang="fr-FR" dirty="0"/>
              <a:t>='</a:t>
            </a:r>
            <a:r>
              <a:rPr lang="fr-FR" dirty="0" err="1"/>
              <a:t>rf</a:t>
            </a:r>
            <a:r>
              <a:rPr lang="fr-FR" dirty="0"/>
              <a:t>')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304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AFC401-3A00-28E1-D718-4E21AE9D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côté </a:t>
            </a:r>
            <a:r>
              <a:rPr lang="fr-FR" dirty="0" err="1"/>
              <a:t>board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8D659E-3CCF-7DE5-E6FC-E754585DA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est en 2 parties</a:t>
            </a:r>
          </a:p>
          <a:p>
            <a:pPr lvl="1"/>
            <a:r>
              <a:rPr lang="fr-FR" dirty="0"/>
              <a:t>La partie Python côté "serveur"</a:t>
            </a:r>
          </a:p>
          <a:p>
            <a:pPr lvl="1"/>
            <a:r>
              <a:rPr lang="fr-FR" dirty="0"/>
              <a:t>La partie Board</a:t>
            </a:r>
          </a:p>
          <a:p>
            <a:pPr lvl="1"/>
            <a:r>
              <a:rPr lang="fr-FR" dirty="0"/>
              <a:t>Compatible </a:t>
            </a:r>
            <a:r>
              <a:rPr lang="fr-FR" dirty="0" err="1"/>
              <a:t>MicroPython</a:t>
            </a:r>
            <a:r>
              <a:rPr lang="fr-FR" dirty="0"/>
              <a:t>, </a:t>
            </a:r>
            <a:r>
              <a:rPr lang="fr-FR" dirty="0" err="1"/>
              <a:t>PlatformIO</a:t>
            </a:r>
            <a:r>
              <a:rPr lang="fr-FR" dirty="0"/>
              <a:t> et C/C++</a:t>
            </a:r>
          </a:p>
          <a:p>
            <a:pPr lvl="1"/>
            <a:r>
              <a:rPr lang="fr-FR" dirty="0"/>
              <a:t>En C/C++ rien à faire, juste importer le .h</a:t>
            </a:r>
          </a:p>
          <a:p>
            <a:pPr lvl="1"/>
            <a:r>
              <a:rPr lang="fr-FR" dirty="0"/>
              <a:t>En </a:t>
            </a:r>
            <a:r>
              <a:rPr lang="fr-FR" dirty="0" err="1"/>
              <a:t>MicroPython</a:t>
            </a:r>
            <a:r>
              <a:rPr lang="fr-FR" dirty="0"/>
              <a:t> il y a des librairies à importer et il faut programmer avec des </a:t>
            </a:r>
            <a:r>
              <a:rPr lang="fr-FR" dirty="0" err="1"/>
              <a:t>Array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995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DFF04-F680-BDA6-7C47-7BDF4CC8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Compatible 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9FDBB3-A562-ECE1-FDDB-4C190AD25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8AB88F-F555-F5BC-8F6B-DEE315FD5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6209"/>
            <a:ext cx="9144000" cy="507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92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6B8ED1-600F-24DF-B342-DC469AA31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A95CF7-C010-0455-87D7-AC89F7A9F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RF </a:t>
            </a:r>
            <a:r>
              <a:rPr lang="fr-FR" dirty="0" err="1"/>
              <a:t>Breast</a:t>
            </a:r>
            <a:r>
              <a:rPr lang="fr-FR" dirty="0"/>
              <a:t> Cancer sur Arduino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776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7A7AE4-9190-432C-379B-B94C669F8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Array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0CD356-C6FC-39E5-8A85-53639D696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n'utilise pas les </a:t>
            </a:r>
            <a:r>
              <a:rPr lang="fr-FR" dirty="0" err="1"/>
              <a:t>np.array</a:t>
            </a:r>
            <a:endParaRPr lang="fr-FR" dirty="0"/>
          </a:p>
          <a:p>
            <a:pPr lvl="1"/>
            <a:r>
              <a:rPr lang="fr-FR" dirty="0"/>
              <a:t>Trop gourmand car 64 bits</a:t>
            </a:r>
          </a:p>
          <a:p>
            <a:r>
              <a:rPr lang="fr-FR" dirty="0"/>
              <a:t>Utilise les </a:t>
            </a:r>
            <a:r>
              <a:rPr lang="fr-FR" dirty="0" err="1"/>
              <a:t>array.array</a:t>
            </a:r>
            <a:endParaRPr lang="fr-FR" dirty="0"/>
          </a:p>
          <a:p>
            <a:pPr lvl="1"/>
            <a:r>
              <a:rPr lang="fr-FR" dirty="0"/>
              <a:t>Natif Python et </a:t>
            </a:r>
            <a:r>
              <a:rPr lang="fr-FR" dirty="0" err="1"/>
              <a:t>MicroPython</a:t>
            </a:r>
            <a:endParaRPr lang="fr-FR" dirty="0"/>
          </a:p>
          <a:p>
            <a:pPr lvl="1"/>
            <a:r>
              <a:rPr lang="fr-FR" dirty="0"/>
              <a:t>Fonctionne comme un tableau C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array</a:t>
            </a:r>
            <a:endParaRPr lang="fr-FR" dirty="0"/>
          </a:p>
          <a:p>
            <a:pPr lvl="1"/>
            <a:r>
              <a:rPr lang="fr-FR" dirty="0" err="1"/>
              <a:t>array.array</a:t>
            </a:r>
            <a:r>
              <a:rPr lang="fr-FR" dirty="0"/>
              <a:t>("f", [1,2,3,4])</a:t>
            </a:r>
          </a:p>
          <a:p>
            <a:pPr lvl="1"/>
            <a:r>
              <a:rPr lang="fr-FR" dirty="0"/>
              <a:t>Créer un </a:t>
            </a:r>
            <a:r>
              <a:rPr lang="fr-FR" dirty="0" err="1"/>
              <a:t>array</a:t>
            </a:r>
            <a:r>
              <a:rPr lang="fr-FR" dirty="0"/>
              <a:t> à partir d'une liste Python</a:t>
            </a:r>
          </a:p>
          <a:p>
            <a:pPr lvl="1"/>
            <a:r>
              <a:rPr lang="fr-FR" dirty="0"/>
              <a:t>"f" = float32</a:t>
            </a:r>
          </a:p>
          <a:p>
            <a:pPr lvl="1"/>
            <a:r>
              <a:rPr lang="fr-FR" dirty="0"/>
              <a:t>"h" = float16</a:t>
            </a:r>
          </a:p>
          <a:p>
            <a:pPr lvl="1"/>
            <a:r>
              <a:rPr lang="fr-FR" dirty="0"/>
              <a:t>"B" = int8</a:t>
            </a:r>
          </a:p>
        </p:txBody>
      </p:sp>
    </p:spTree>
    <p:extLst>
      <p:ext uri="{BB962C8B-B14F-4D97-AF65-F5344CB8AC3E}">
        <p14:creationId xmlns:p14="http://schemas.microsoft.com/office/powerpoint/2010/main" val="1064661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F935B4-2EB9-F611-5093-C33E094D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Rapide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243707-41C9-FD7D-26FF-B9B712ACC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4A95D5E-9186-1452-8CE6-82D4F0206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38" y="2209630"/>
            <a:ext cx="5182323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40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FA7806-CC3B-BFE7-C428-B577A5542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emlearn_trees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2C0F02-BF80-F619-E1E2-72B0884DF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modèle RF </a:t>
            </a:r>
            <a:r>
              <a:rPr lang="fr-FR" dirty="0" err="1"/>
              <a:t>emlearn_trees</a:t>
            </a:r>
            <a:endParaRPr lang="fr-FR" dirty="0"/>
          </a:p>
          <a:p>
            <a:r>
              <a:rPr lang="fr-FR" dirty="0"/>
              <a:t>La méthode new permet de créer un modèle</a:t>
            </a:r>
          </a:p>
          <a:p>
            <a:pPr lvl="1"/>
            <a:r>
              <a:rPr lang="en-US" dirty="0" err="1"/>
              <a:t>emlearn_trees.new</a:t>
            </a:r>
            <a:r>
              <a:rPr lang="en-US" dirty="0"/>
              <a:t>(</a:t>
            </a:r>
            <a:r>
              <a:rPr lang="en-US" dirty="0" err="1"/>
              <a:t>nb_tree</a:t>
            </a:r>
            <a:r>
              <a:rPr lang="en-US" dirty="0"/>
              <a:t>, </a:t>
            </a:r>
            <a:r>
              <a:rPr lang="en-US" dirty="0" err="1"/>
              <a:t>max_nodes</a:t>
            </a:r>
            <a:r>
              <a:rPr lang="en-US" dirty="0"/>
              <a:t>, features)</a:t>
            </a:r>
          </a:p>
          <a:p>
            <a:pPr lvl="1"/>
            <a:r>
              <a:rPr lang="en-US" dirty="0"/>
              <a:t>Les features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limitées</a:t>
            </a:r>
            <a:r>
              <a:rPr lang="en-US" dirty="0"/>
              <a:t> à 100</a:t>
            </a:r>
          </a:p>
          <a:p>
            <a:r>
              <a:rPr lang="en-US" dirty="0"/>
              <a:t>La </a:t>
            </a:r>
            <a:r>
              <a:rPr lang="en-US" dirty="0" err="1"/>
              <a:t>méthode</a:t>
            </a:r>
            <a:r>
              <a:rPr lang="en-US" dirty="0"/>
              <a:t> </a:t>
            </a:r>
            <a:r>
              <a:rPr lang="en-US" dirty="0" err="1"/>
              <a:t>load_model</a:t>
            </a:r>
            <a:r>
              <a:rPr lang="fr-FR" dirty="0"/>
              <a:t>permet de créer un modèle sauvegarder depuis </a:t>
            </a:r>
            <a:r>
              <a:rPr lang="fr-FR" dirty="0" err="1"/>
              <a:t>sklearn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model = </a:t>
            </a:r>
            <a:r>
              <a:rPr lang="fr-FR" dirty="0" err="1"/>
              <a:t>emlearn_trees.load_model</a:t>
            </a:r>
            <a:r>
              <a:rPr lang="fr-FR" dirty="0"/>
              <a:t>(model, f)</a:t>
            </a:r>
          </a:p>
          <a:p>
            <a:r>
              <a:rPr lang="fr-FR" dirty="0"/>
              <a:t>Prédiction</a:t>
            </a:r>
          </a:p>
          <a:p>
            <a:pPr lvl="1"/>
            <a:r>
              <a:rPr lang="fr-FR" dirty="0" err="1"/>
              <a:t>model.predict</a:t>
            </a:r>
            <a:r>
              <a:rPr lang="fr-FR" dirty="0"/>
              <a:t>(x, out)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9938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8BE992-5C6F-7803-95E7-3FE1B615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concurents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1B8723-375E-B638-6FE8-B13156CF7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DB74A6E-18B7-7934-14A3-F16FB500F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5681"/>
            <a:ext cx="9144000" cy="372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49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098E66-BAFD-23AE-2B56-D72414CC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TP13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8D0D33-6145-EC8A-4028-4B0D94DE5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RF </a:t>
            </a:r>
            <a:r>
              <a:rPr lang="fr-FR" dirty="0" err="1"/>
              <a:t>Breast</a:t>
            </a:r>
            <a:r>
              <a:rPr lang="fr-FR" dirty="0"/>
              <a:t> Cancer sur ESP32 en </a:t>
            </a:r>
            <a:r>
              <a:rPr lang="fr-FR" dirty="0" err="1"/>
              <a:t>MicroPython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480153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7203</TotalTime>
  <Words>384</Words>
  <Application>Microsoft Office PowerPoint</Application>
  <PresentationFormat>Affichage à l'écran (4:3)</PresentationFormat>
  <Paragraphs>66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Monotype Sorts</vt:lpstr>
      <vt:lpstr>Times New Roman</vt:lpstr>
      <vt:lpstr>cvc</vt:lpstr>
      <vt:lpstr>Présentation PowerPoint</vt:lpstr>
      <vt:lpstr>EMLearn</vt:lpstr>
      <vt:lpstr>EMLearn déterministes</vt:lpstr>
      <vt:lpstr>EMLearn</vt:lpstr>
      <vt:lpstr>EMLearn Python</vt:lpstr>
      <vt:lpstr>EMLearn C/C++</vt:lpstr>
      <vt:lpstr>EMLearn côté board</vt:lpstr>
      <vt:lpstr>Compatible C</vt:lpstr>
      <vt:lpstr>TP 12</vt:lpstr>
      <vt:lpstr>Array</vt:lpstr>
      <vt:lpstr>Rapide</vt:lpstr>
      <vt:lpstr>emlearn_trees</vt:lpstr>
      <vt:lpstr>Les concurents</vt:lpstr>
      <vt:lpstr>TP13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367</cp:revision>
  <dcterms:created xsi:type="dcterms:W3CDTF">2000-04-10T19:33:12Z</dcterms:created>
  <dcterms:modified xsi:type="dcterms:W3CDTF">2026-06-10T11:00:42Z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