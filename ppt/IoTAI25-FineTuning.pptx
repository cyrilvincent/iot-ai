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"/>
  </p:notesMasterIdLst>
  <p:handoutMasterIdLst>
    <p:handoutMasterId r:id="rId7"/>
  </p:handoutMasterIdLst>
  <p:sldIdLst>
    <p:sldId id="264" r:id="rId2"/>
    <p:sldId id="272" r:id="rId3"/>
    <p:sldId id="275" r:id="rId4"/>
    <p:sldId id="277" r:id="rId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Fine Tuning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6" name="Picture 4" descr="Keras tutorial - kera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812775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Fine </a:t>
            </a:r>
            <a:r>
              <a:rPr lang="fr-FR" dirty="0" err="1"/>
              <a:t>Tuning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Réglage fin</a:t>
            </a:r>
          </a:p>
          <a:p>
            <a:pPr lvl="1"/>
            <a:r>
              <a:rPr lang="fr-FR" dirty="0"/>
              <a:t>A faire sur un réseau déjà entrainé</a:t>
            </a:r>
          </a:p>
          <a:p>
            <a:pPr lvl="1"/>
            <a:r>
              <a:rPr lang="fr-FR" dirty="0"/>
              <a:t>Modification des paramètres des </a:t>
            </a:r>
            <a:r>
              <a:rPr lang="fr-FR" dirty="0" err="1"/>
              <a:t>layers</a:t>
            </a:r>
            <a:r>
              <a:rPr lang="fr-FR" dirty="0"/>
              <a:t> et du réseau</a:t>
            </a:r>
          </a:p>
          <a:p>
            <a:pPr lvl="1"/>
            <a:r>
              <a:rPr lang="fr-FR"/>
              <a:t>Passage à SGD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74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  <a:p>
            <a:pPr lvl="1"/>
            <a:r>
              <a:rPr lang="fr-FR" dirty="0"/>
              <a:t>Permet d'optimiser l'application du gradient sur les poids</a:t>
            </a:r>
          </a:p>
          <a:p>
            <a:pPr marL="457200" lvl="1" indent="0">
              <a:buNone/>
            </a:pPr>
            <a:r>
              <a:rPr lang="en-US" dirty="0" err="1"/>
              <a:t>lr_schedule</a:t>
            </a:r>
            <a:r>
              <a:rPr lang="en-US" dirty="0"/>
              <a:t> = </a:t>
            </a:r>
            <a:r>
              <a:rPr lang="en-US" dirty="0" err="1"/>
              <a:t>keras.optimizers.schedules.ExponentialDecay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initial_learning_rate</a:t>
            </a:r>
            <a:r>
              <a:rPr lang="en-US" dirty="0"/>
              <a:t>=0.001,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decay_steps</a:t>
            </a:r>
            <a:r>
              <a:rPr lang="en-US" dirty="0"/>
              <a:t>=10000,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decay_rate</a:t>
            </a:r>
            <a:r>
              <a:rPr lang="en-US" dirty="0"/>
              <a:t>=0.9)</a:t>
            </a:r>
            <a:endParaRPr lang="fr-FR" dirty="0"/>
          </a:p>
          <a:p>
            <a:pPr lvl="1"/>
            <a:r>
              <a:rPr lang="en-US" dirty="0"/>
              <a:t>optimizer = </a:t>
            </a:r>
            <a:r>
              <a:rPr lang="en-US" dirty="0" err="1"/>
              <a:t>keras.optimizers.SGD</a:t>
            </a:r>
            <a:r>
              <a:rPr lang="en-US" dirty="0"/>
              <a:t>(</a:t>
            </a:r>
            <a:r>
              <a:rPr lang="en-US" dirty="0" err="1"/>
              <a:t>learning_rate</a:t>
            </a:r>
            <a:r>
              <a:rPr lang="en-US" dirty="0"/>
              <a:t>=</a:t>
            </a:r>
            <a:r>
              <a:rPr lang="en-US" dirty="0" err="1"/>
              <a:t>lr_schedule</a:t>
            </a:r>
            <a:r>
              <a:rPr lang="en-US" dirty="0"/>
              <a:t>, </a:t>
            </a:r>
            <a:r>
              <a:rPr lang="fr-FR" dirty="0" err="1"/>
              <a:t>momentum</a:t>
            </a:r>
            <a:r>
              <a:rPr lang="fr-FR" dirty="0"/>
              <a:t>=0.9, </a:t>
            </a:r>
            <a:r>
              <a:rPr lang="fr-FR" dirty="0" err="1"/>
              <a:t>nesterov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</a:t>
            </a:r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8104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descent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  <a:p>
            <a:pPr lvl="1"/>
            <a:r>
              <a:rPr lang="fr-FR" dirty="0" err="1"/>
              <a:t>momentum</a:t>
            </a:r>
            <a:r>
              <a:rPr lang="fr-FR" dirty="0"/>
              <a:t> = le moment du </a:t>
            </a:r>
            <a:r>
              <a:rPr lang="fr-FR" dirty="0" err="1"/>
              <a:t>lr</a:t>
            </a:r>
            <a:r>
              <a:rPr lang="fr-FR" dirty="0"/>
              <a:t> (</a:t>
            </a:r>
            <a:r>
              <a:rPr lang="fr-FR" dirty="0" err="1"/>
              <a:t>acceleration</a:t>
            </a:r>
            <a:r>
              <a:rPr lang="fr-FR" dirty="0"/>
              <a:t> du </a:t>
            </a:r>
            <a:r>
              <a:rPr lang="fr-FR" dirty="0" err="1"/>
              <a:t>lr</a:t>
            </a:r>
            <a:r>
              <a:rPr lang="fr-FR" dirty="0"/>
              <a:t>)</a:t>
            </a:r>
          </a:p>
          <a:p>
            <a:pPr lvl="2"/>
            <a:r>
              <a:rPr lang="fr-FR" dirty="0"/>
              <a:t>Ici comme </a:t>
            </a:r>
            <a:r>
              <a:rPr lang="fr-FR" dirty="0" err="1"/>
              <a:t>momentum</a:t>
            </a:r>
            <a:r>
              <a:rPr lang="fr-FR" dirty="0"/>
              <a:t> &lt; 1 c'est une décélération</a:t>
            </a:r>
          </a:p>
          <a:p>
            <a:pPr lvl="1"/>
            <a:r>
              <a:rPr lang="fr-FR" dirty="0" err="1"/>
              <a:t>nesterov</a:t>
            </a:r>
            <a:r>
              <a:rPr lang="fr-FR" dirty="0"/>
              <a:t> = </a:t>
            </a:r>
            <a:r>
              <a:rPr lang="fr-FR" dirty="0" err="1"/>
              <a:t>True</a:t>
            </a:r>
            <a:r>
              <a:rPr lang="fr-FR" dirty="0"/>
              <a:t> calcul de l'accélération plus précis</a:t>
            </a:r>
          </a:p>
          <a:p>
            <a:pPr lvl="1"/>
            <a:r>
              <a:rPr lang="fr-FR" dirty="0"/>
              <a:t>Nécessite d'avantage d'</a:t>
            </a:r>
            <a:r>
              <a:rPr lang="fr-FR" dirty="0" err="1"/>
              <a:t>epoch</a:t>
            </a:r>
            <a:r>
              <a:rPr lang="fr-FR" dirty="0"/>
              <a:t> que </a:t>
            </a:r>
            <a:r>
              <a:rPr lang="fr-FR" dirty="0" err="1"/>
              <a:t>adam</a:t>
            </a:r>
            <a:endParaRPr lang="fr-FR" dirty="0"/>
          </a:p>
          <a:p>
            <a:pPr lvl="1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802197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16869</TotalTime>
  <Words>135</Words>
  <Application>Microsoft Office PowerPoint</Application>
  <PresentationFormat>Affichage à l'écran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Monotype Sorts</vt:lpstr>
      <vt:lpstr>Times New Roman</vt:lpstr>
      <vt:lpstr>cvc</vt:lpstr>
      <vt:lpstr>Présentation PowerPoint</vt:lpstr>
      <vt:lpstr>Fine Tuning</vt:lpstr>
      <vt:lpstr>SGD</vt:lpstr>
      <vt:lpstr>SGD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503</cp:revision>
  <dcterms:created xsi:type="dcterms:W3CDTF">2000-04-10T19:33:12Z</dcterms:created>
  <dcterms:modified xsi:type="dcterms:W3CDTF">2026-03-18T23:13:06Z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