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4"/>
  </p:notesMasterIdLst>
  <p:handoutMasterIdLst>
    <p:handoutMasterId r:id="rId15"/>
  </p:handoutMasterIdLst>
  <p:sldIdLst>
    <p:sldId id="264" r:id="rId2"/>
    <p:sldId id="266" r:id="rId3"/>
    <p:sldId id="267" r:id="rId4"/>
    <p:sldId id="268" r:id="rId5"/>
    <p:sldId id="269" r:id="rId6"/>
    <p:sldId id="272" r:id="rId7"/>
    <p:sldId id="271" r:id="rId8"/>
    <p:sldId id="270" r:id="rId9"/>
    <p:sldId id="273" r:id="rId10"/>
    <p:sldId id="274" r:id="rId11"/>
    <p:sldId id="275" r:id="rId12"/>
    <p:sldId id="276" r:id="rId13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IoT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 err="1"/>
              <a:t>PlatformIO</a:t>
            </a:r>
            <a:endParaRPr lang="fr-FR" alt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0DFFDE-0C36-0BC5-6FCD-FA3208C68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005064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PlatformIO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PlatformIO</a:t>
            </a:r>
            <a:r>
              <a:rPr lang="fr-FR" dirty="0"/>
              <a:t> est un outil professionnel, multiplateforme, multi‑architecture et multi‑</a:t>
            </a:r>
            <a:r>
              <a:rPr lang="fr-FR" dirty="0" err="1"/>
              <a:t>framework</a:t>
            </a:r>
            <a:r>
              <a:rPr lang="fr-FR" dirty="0"/>
              <a:t>, destiné aux ingénieurs en systèmes embarqués ainsi qu’aux développeurs qui créent des applications pour des produits embarqués.</a:t>
            </a:r>
          </a:p>
          <a:p>
            <a:r>
              <a:rPr lang="fr-FR" dirty="0"/>
              <a:t>C'est une plateforme C/C++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B2AC262-03EE-9F27-1E1F-52E1D8D2E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313" y="4221088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07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23EE91-C2E4-694D-73AE-5BAEE16BA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PlatformIO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C9D8EE-1144-1771-8C44-6AEEC6DAB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PlatformIO</a:t>
            </a:r>
            <a:r>
              <a:rPr lang="fr-FR" dirty="0"/>
              <a:t> possède 3 concepts</a:t>
            </a:r>
          </a:p>
          <a:p>
            <a:pPr lvl="1"/>
            <a:r>
              <a:rPr lang="fr-FR" dirty="0"/>
              <a:t>Le </a:t>
            </a:r>
            <a:r>
              <a:rPr lang="fr-FR" dirty="0" err="1"/>
              <a:t>framework</a:t>
            </a:r>
            <a:endParaRPr lang="fr-FR" dirty="0"/>
          </a:p>
          <a:p>
            <a:pPr lvl="1"/>
            <a:r>
              <a:rPr lang="fr-FR" dirty="0"/>
              <a:t>La plateforme</a:t>
            </a:r>
          </a:p>
          <a:p>
            <a:pPr lvl="1"/>
            <a:r>
              <a:rPr lang="fr-FR" dirty="0"/>
              <a:t>La </a:t>
            </a:r>
            <a:r>
              <a:rPr lang="fr-FR" dirty="0" err="1"/>
              <a:t>board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170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16C654-5D60-E845-2680-EF4564DBD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Framework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C3ADF9-F60B-7C8E-C6E8-F47202018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existe de nombreux </a:t>
            </a:r>
            <a:r>
              <a:rPr lang="fr-FR" dirty="0" err="1"/>
              <a:t>framework</a:t>
            </a:r>
            <a:r>
              <a:rPr lang="fr-FR" dirty="0"/>
              <a:t> pour développer des </a:t>
            </a:r>
            <a:r>
              <a:rPr lang="fr-FR" dirty="0" err="1"/>
              <a:t>SoC</a:t>
            </a:r>
            <a:endParaRPr lang="fr-FR" dirty="0"/>
          </a:p>
          <a:p>
            <a:pPr lvl="1"/>
            <a:r>
              <a:rPr lang="fr-FR" dirty="0"/>
              <a:t>Certains sont propriétaires à une marque</a:t>
            </a:r>
          </a:p>
          <a:p>
            <a:pPr lvl="1"/>
            <a:r>
              <a:rPr lang="fr-FR" dirty="0"/>
              <a:t>D'autres sont portables multi </a:t>
            </a:r>
            <a:r>
              <a:rPr lang="fr-FR" dirty="0" err="1"/>
              <a:t>SoC</a:t>
            </a:r>
            <a:endParaRPr lang="fr-FR" dirty="0"/>
          </a:p>
          <a:p>
            <a:pPr lvl="1"/>
            <a:r>
              <a:rPr lang="fr-FR" dirty="0"/>
              <a:t>Certains possède un véritable OS</a:t>
            </a:r>
          </a:p>
          <a:p>
            <a:r>
              <a:rPr lang="fr-FR" dirty="0"/>
              <a:t>Exemple de Framework</a:t>
            </a:r>
          </a:p>
          <a:p>
            <a:pPr lvl="1"/>
            <a:r>
              <a:rPr lang="fr-FR" dirty="0"/>
              <a:t>Arduino</a:t>
            </a:r>
          </a:p>
          <a:p>
            <a:pPr lvl="1"/>
            <a:r>
              <a:rPr lang="fr-FR" dirty="0"/>
              <a:t>ESP</a:t>
            </a:r>
          </a:p>
          <a:p>
            <a:pPr lvl="1"/>
            <a:r>
              <a:rPr lang="fr-FR" dirty="0"/>
              <a:t>STM32</a:t>
            </a:r>
          </a:p>
          <a:p>
            <a:pPr lvl="1"/>
            <a:r>
              <a:rPr lang="fr-FR" dirty="0" err="1"/>
              <a:t>PlatformIO</a:t>
            </a:r>
            <a:r>
              <a:rPr lang="fr-FR" dirty="0"/>
              <a:t> est compatible uniquement avec des </a:t>
            </a:r>
            <a:r>
              <a:rPr lang="fr-FR" dirty="0" err="1"/>
              <a:t>frameworks</a:t>
            </a:r>
            <a:r>
              <a:rPr lang="fr-FR" dirty="0"/>
              <a:t> C/C++</a:t>
            </a:r>
          </a:p>
        </p:txBody>
      </p:sp>
    </p:spTree>
    <p:extLst>
      <p:ext uri="{BB962C8B-B14F-4D97-AF65-F5344CB8AC3E}">
        <p14:creationId xmlns:p14="http://schemas.microsoft.com/office/powerpoint/2010/main" val="3859337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D7A800-C0A8-3AF5-B380-CF2E65EDD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Framework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29FDD9-CB06-5F5D-0144-15E267979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PlatformIO</a:t>
            </a:r>
            <a:r>
              <a:rPr lang="fr-FR" dirty="0"/>
              <a:t> est compatible avec beaucoup de Framework</a:t>
            </a:r>
          </a:p>
          <a:p>
            <a:pPr lvl="1"/>
            <a:r>
              <a:rPr lang="fr-FR" dirty="0"/>
              <a:t>C'est une plateforme de développement C/C++ qui est compatibles avec divers compilateurs et librairies</a:t>
            </a:r>
          </a:p>
          <a:p>
            <a:pPr lvl="1"/>
            <a:r>
              <a:rPr lang="fr-FR" dirty="0"/>
              <a:t>Multi OS (Windows, Linux, Apple, Intel, ARM, …)</a:t>
            </a:r>
          </a:p>
        </p:txBody>
      </p:sp>
    </p:spTree>
    <p:extLst>
      <p:ext uri="{BB962C8B-B14F-4D97-AF65-F5344CB8AC3E}">
        <p14:creationId xmlns:p14="http://schemas.microsoft.com/office/powerpoint/2010/main" val="271616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DC94C2-DD06-3523-D576-71EDE68C5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Liste des </a:t>
            </a:r>
            <a:r>
              <a:rPr lang="fr-FR" dirty="0" err="1"/>
              <a:t>frameworks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FC2525-16FD-7E66-40A9-573191310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3816424" cy="5040560"/>
          </a:xfrm>
        </p:spPr>
        <p:txBody>
          <a:bodyPr/>
          <a:lstStyle/>
          <a:p>
            <a:r>
              <a:rPr lang="fr-FR" sz="2000" dirty="0"/>
              <a:t>Arduino</a:t>
            </a:r>
          </a:p>
          <a:p>
            <a:r>
              <a:rPr lang="fr-FR" sz="2000" dirty="0"/>
              <a:t>CMSIS</a:t>
            </a:r>
          </a:p>
          <a:p>
            <a:r>
              <a:rPr lang="fr-FR" sz="2000" dirty="0"/>
              <a:t>Energia</a:t>
            </a:r>
          </a:p>
          <a:p>
            <a:r>
              <a:rPr lang="fr-FR" sz="2000" dirty="0"/>
              <a:t>ESP8266 </a:t>
            </a:r>
            <a:r>
              <a:rPr lang="fr-FR" sz="2000" dirty="0" err="1"/>
              <a:t>Non-OS</a:t>
            </a:r>
            <a:r>
              <a:rPr lang="fr-FR" sz="2000" dirty="0"/>
              <a:t> SDK</a:t>
            </a:r>
          </a:p>
          <a:p>
            <a:r>
              <a:rPr lang="fr-FR" sz="2000" dirty="0"/>
              <a:t>ESP8266 RTOS SDK</a:t>
            </a:r>
          </a:p>
          <a:p>
            <a:r>
              <a:rPr lang="fr-FR" sz="2000" dirty="0" err="1"/>
              <a:t>Espressif</a:t>
            </a:r>
            <a:r>
              <a:rPr lang="fr-FR" sz="2000" dirty="0"/>
              <a:t> IoT </a:t>
            </a:r>
            <a:r>
              <a:rPr lang="fr-FR" sz="2000" dirty="0" err="1"/>
              <a:t>Development</a:t>
            </a:r>
            <a:r>
              <a:rPr lang="fr-FR" sz="2000" dirty="0"/>
              <a:t> Framework</a:t>
            </a:r>
          </a:p>
          <a:p>
            <a:r>
              <a:rPr lang="fr-FR" sz="2000" dirty="0"/>
              <a:t>Freedom E SDK</a:t>
            </a:r>
          </a:p>
          <a:p>
            <a:r>
              <a:rPr lang="fr-FR" sz="2000" dirty="0" err="1"/>
              <a:t>FreeRTOS</a:t>
            </a:r>
            <a:endParaRPr lang="fr-FR" sz="2000" dirty="0"/>
          </a:p>
          <a:p>
            <a:r>
              <a:rPr lang="fr-FR" sz="2000" dirty="0" err="1"/>
              <a:t>Renesas</a:t>
            </a:r>
            <a:r>
              <a:rPr lang="fr-FR" sz="2000" dirty="0"/>
              <a:t> Flexible Software Package</a:t>
            </a:r>
          </a:p>
          <a:p>
            <a:r>
              <a:rPr lang="fr-FR" sz="2000" dirty="0"/>
              <a:t>LibOpenCM3</a:t>
            </a:r>
          </a:p>
          <a:p>
            <a:endParaRPr lang="fr-FR" sz="1400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5A6B148A-77A7-131C-C9A2-878EB257254C}"/>
              </a:ext>
            </a:extLst>
          </p:cNvPr>
          <p:cNvSpPr txBox="1">
            <a:spLocks/>
          </p:cNvSpPr>
          <p:nvPr/>
        </p:nvSpPr>
        <p:spPr bwMode="auto">
          <a:xfrm>
            <a:off x="4572000" y="1412776"/>
            <a:ext cx="3816424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Monotype Sorts" pitchFamily="2" charset="2"/>
              <a:buChar char="o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fr-FR" sz="2000" kern="0" dirty="0" err="1"/>
              <a:t>Mbed</a:t>
            </a:r>
            <a:endParaRPr lang="fr-FR" sz="2000" kern="0" dirty="0"/>
          </a:p>
          <a:p>
            <a:r>
              <a:rPr lang="fr-FR" sz="2000" kern="0" dirty="0"/>
              <a:t>PULP OS</a:t>
            </a:r>
          </a:p>
          <a:p>
            <a:r>
              <a:rPr lang="fr-FR" sz="2000" kern="0" dirty="0"/>
              <a:t>PULP Runtime </a:t>
            </a:r>
            <a:r>
              <a:rPr lang="fr-FR" sz="2000" kern="0" dirty="0" err="1"/>
              <a:t>Environment</a:t>
            </a:r>
            <a:endParaRPr lang="fr-FR" sz="2000" kern="0" dirty="0"/>
          </a:p>
          <a:p>
            <a:r>
              <a:rPr lang="fr-FR" sz="2000" kern="0" dirty="0"/>
              <a:t>PULP SDK</a:t>
            </a:r>
          </a:p>
          <a:p>
            <a:r>
              <a:rPr lang="fr-FR" sz="2000" kern="0" dirty="0"/>
              <a:t>Shakti SDK</a:t>
            </a:r>
          </a:p>
          <a:p>
            <a:r>
              <a:rPr lang="fr-FR" sz="2000" kern="0" dirty="0"/>
              <a:t>Standard </a:t>
            </a:r>
            <a:r>
              <a:rPr lang="fr-FR" sz="2000" kern="0" dirty="0" err="1"/>
              <a:t>Peripheral</a:t>
            </a:r>
            <a:r>
              <a:rPr lang="fr-FR" sz="2000" kern="0" dirty="0"/>
              <a:t> Library</a:t>
            </a:r>
          </a:p>
          <a:p>
            <a:r>
              <a:rPr lang="fr-FR" sz="2000" kern="0" dirty="0"/>
              <a:t>STM32Cube</a:t>
            </a:r>
          </a:p>
          <a:p>
            <a:r>
              <a:rPr lang="fr-FR" sz="2000" kern="0" dirty="0"/>
              <a:t>WD-</a:t>
            </a:r>
            <a:r>
              <a:rPr lang="fr-FR" sz="2000" kern="0" dirty="0" err="1"/>
              <a:t>Firmware</a:t>
            </a:r>
            <a:endParaRPr lang="fr-FR" sz="2000" kern="0" dirty="0"/>
          </a:p>
          <a:p>
            <a:r>
              <a:rPr lang="fr-FR" sz="2000" kern="0" dirty="0" err="1"/>
              <a:t>WiringPi</a:t>
            </a:r>
            <a:endParaRPr lang="fr-FR" sz="2000" kern="0" dirty="0"/>
          </a:p>
          <a:p>
            <a:r>
              <a:rPr lang="fr-FR" sz="2000" kern="0" dirty="0"/>
              <a:t>Zephyr</a:t>
            </a:r>
          </a:p>
        </p:txBody>
      </p:sp>
    </p:spTree>
    <p:extLst>
      <p:ext uri="{BB962C8B-B14F-4D97-AF65-F5344CB8AC3E}">
        <p14:creationId xmlns:p14="http://schemas.microsoft.com/office/powerpoint/2010/main" val="504087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3FD631-4F09-B85C-E035-C9391EA5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Plateforme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6425D5-F425-9DFF-3C10-02C46CD0D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Chaque </a:t>
            </a:r>
            <a:r>
              <a:rPr lang="fr-FR" dirty="0" err="1"/>
              <a:t>framework</a:t>
            </a:r>
            <a:r>
              <a:rPr lang="fr-FR" dirty="0"/>
              <a:t> a son propre compilateur, ses propres librairies et des compatibilités</a:t>
            </a:r>
          </a:p>
          <a:p>
            <a:pPr lvl="1"/>
            <a:r>
              <a:rPr lang="fr-FR" dirty="0"/>
              <a:t>ST n'est compatible qu'avec ST</a:t>
            </a:r>
          </a:p>
          <a:p>
            <a:pPr lvl="1"/>
            <a:r>
              <a:rPr lang="fr-FR" dirty="0"/>
              <a:t>Idem pour </a:t>
            </a:r>
            <a:r>
              <a:rPr lang="fr-FR" dirty="0" err="1"/>
              <a:t>Espressif</a:t>
            </a:r>
            <a:r>
              <a:rPr lang="fr-FR" dirty="0"/>
              <a:t> et TI</a:t>
            </a:r>
          </a:p>
          <a:p>
            <a:r>
              <a:rPr lang="fr-FR" dirty="0"/>
              <a:t>Certains </a:t>
            </a:r>
            <a:r>
              <a:rPr lang="fr-FR" dirty="0" err="1"/>
              <a:t>frameworks</a:t>
            </a:r>
            <a:r>
              <a:rPr lang="fr-FR" dirty="0"/>
              <a:t> sont multi plateformes</a:t>
            </a:r>
          </a:p>
          <a:p>
            <a:pPr lvl="1"/>
            <a:r>
              <a:rPr lang="fr-FR" dirty="0"/>
              <a:t>Arduino</a:t>
            </a:r>
          </a:p>
          <a:p>
            <a:pPr lvl="1"/>
            <a:r>
              <a:rPr lang="fr-FR" dirty="0"/>
              <a:t>Le </a:t>
            </a:r>
            <a:r>
              <a:rPr lang="fr-FR" dirty="0" err="1"/>
              <a:t>framework</a:t>
            </a:r>
            <a:r>
              <a:rPr lang="fr-FR" dirty="0"/>
              <a:t> peut compiler un même code C/C++ sur plusieurs plateformes</a:t>
            </a:r>
          </a:p>
          <a:p>
            <a:r>
              <a:rPr lang="fr-FR" dirty="0"/>
              <a:t>La plateforme représente donc le </a:t>
            </a:r>
            <a:r>
              <a:rPr lang="fr-FR" dirty="0" err="1"/>
              <a:t>SoC</a:t>
            </a:r>
            <a:r>
              <a:rPr lang="fr-FR" dirty="0"/>
              <a:t> ou le microcontrôleur à compiler</a:t>
            </a:r>
          </a:p>
        </p:txBody>
      </p:sp>
    </p:spTree>
    <p:extLst>
      <p:ext uri="{BB962C8B-B14F-4D97-AF65-F5344CB8AC3E}">
        <p14:creationId xmlns:p14="http://schemas.microsoft.com/office/powerpoint/2010/main" val="781145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D4B35B-F384-608C-F414-E8E5781F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principales Plateformes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5B9C35-0A59-9519-A9C5-C07E7D898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Embarqué</a:t>
            </a:r>
          </a:p>
          <a:p>
            <a:pPr lvl="1"/>
            <a:r>
              <a:rPr lang="fr-FR" dirty="0" err="1"/>
              <a:t>Atmel</a:t>
            </a:r>
            <a:r>
              <a:rPr lang="fr-FR" dirty="0"/>
              <a:t> AVR</a:t>
            </a:r>
          </a:p>
          <a:p>
            <a:pPr lvl="1"/>
            <a:r>
              <a:rPr lang="fr-FR" dirty="0" err="1"/>
              <a:t>Espressif</a:t>
            </a:r>
            <a:r>
              <a:rPr lang="fr-FR" dirty="0"/>
              <a:t> 32</a:t>
            </a:r>
          </a:p>
          <a:p>
            <a:pPr lvl="1"/>
            <a:r>
              <a:rPr lang="fr-FR" dirty="0"/>
              <a:t>Raspberry PI 2040</a:t>
            </a:r>
          </a:p>
          <a:p>
            <a:pPr lvl="1"/>
            <a:r>
              <a:rPr lang="fr-FR" dirty="0"/>
              <a:t>ST STM32</a:t>
            </a:r>
          </a:p>
          <a:p>
            <a:pPr lvl="1"/>
            <a:r>
              <a:rPr lang="fr-FR" dirty="0"/>
              <a:t>TI MSP430</a:t>
            </a:r>
          </a:p>
          <a:p>
            <a:pPr lvl="1"/>
            <a:r>
              <a:rPr lang="fr-FR" dirty="0"/>
              <a:t>NXP LPC</a:t>
            </a:r>
          </a:p>
          <a:p>
            <a:pPr lvl="1"/>
            <a:r>
              <a:rPr lang="fr-FR" dirty="0"/>
              <a:t>…</a:t>
            </a:r>
          </a:p>
          <a:p>
            <a:r>
              <a:rPr lang="fr-FR" dirty="0"/>
              <a:t>PC</a:t>
            </a:r>
          </a:p>
          <a:p>
            <a:pPr lvl="1"/>
            <a:r>
              <a:rPr lang="fr-FR" dirty="0"/>
              <a:t>Linux ARM, x86, x64</a:t>
            </a:r>
          </a:p>
          <a:p>
            <a:pPr lvl="1"/>
            <a:r>
              <a:rPr lang="fr-FR" dirty="0"/>
              <a:t>Windows x86, x64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EDE3D99-FF58-7FEC-F0BF-D3547AD92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788" y="-24448"/>
            <a:ext cx="15502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890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98E1C8-0453-8AA9-BE65-DEAD5BFF4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Board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CB6E47-5C3A-24F8-229F-9F149DC06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 l'intérieur d'une plateforme </a:t>
            </a:r>
            <a:r>
              <a:rPr lang="fr-FR" dirty="0" err="1"/>
              <a:t>PlatformIO</a:t>
            </a:r>
            <a:r>
              <a:rPr lang="fr-FR" dirty="0"/>
              <a:t> doit </a:t>
            </a:r>
            <a:r>
              <a:rPr lang="fr-FR" dirty="0" err="1"/>
              <a:t>connaitres</a:t>
            </a:r>
            <a:r>
              <a:rPr lang="fr-FR" dirty="0"/>
              <a:t> la </a:t>
            </a:r>
            <a:r>
              <a:rPr lang="fr-FR" dirty="0" err="1"/>
              <a:t>board</a:t>
            </a:r>
            <a:r>
              <a:rPr lang="fr-FR" dirty="0"/>
              <a:t> à compiler pour finement adapter le code compiler</a:t>
            </a:r>
          </a:p>
          <a:p>
            <a:r>
              <a:rPr lang="fr-FR" dirty="0"/>
              <a:t>Dépendant de chaque plateforme</a:t>
            </a:r>
          </a:p>
        </p:txBody>
      </p:sp>
    </p:spTree>
    <p:extLst>
      <p:ext uri="{BB962C8B-B14F-4D97-AF65-F5344CB8AC3E}">
        <p14:creationId xmlns:p14="http://schemas.microsoft.com/office/powerpoint/2010/main" val="570421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829BE5-3379-53BF-A5EA-9942DA004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Formation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068791-209F-2ED5-1748-82F10D525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la formation nous allons développer sur Arduino 8 bits (</a:t>
            </a:r>
            <a:r>
              <a:rPr lang="fr-FR" dirty="0" err="1"/>
              <a:t>Atmel</a:t>
            </a:r>
            <a:r>
              <a:rPr lang="fr-FR" dirty="0"/>
              <a:t> AVR) et </a:t>
            </a:r>
            <a:r>
              <a:rPr lang="fr-FR" dirty="0" err="1"/>
              <a:t>Espressif</a:t>
            </a:r>
            <a:r>
              <a:rPr lang="fr-FR" dirty="0"/>
              <a:t> ESP 32 (ESP IDF)</a:t>
            </a:r>
          </a:p>
          <a:p>
            <a:r>
              <a:rPr lang="fr-FR" dirty="0"/>
              <a:t>Nous allons donc utiliser </a:t>
            </a:r>
            <a:r>
              <a:rPr lang="fr-FR" dirty="0" err="1"/>
              <a:t>PlatformIO</a:t>
            </a:r>
            <a:r>
              <a:rPr lang="fr-FR" dirty="0"/>
              <a:t> pour que notre code soit portable</a:t>
            </a:r>
          </a:p>
          <a:p>
            <a:r>
              <a:rPr lang="fr-FR" dirty="0"/>
              <a:t>Framework Arduino</a:t>
            </a:r>
          </a:p>
          <a:p>
            <a:pPr lvl="1"/>
            <a:r>
              <a:rPr lang="fr-FR" dirty="0"/>
              <a:t>Avec plateforme </a:t>
            </a:r>
            <a:r>
              <a:rPr lang="fr-FR" dirty="0" err="1"/>
              <a:t>Atmel</a:t>
            </a:r>
            <a:r>
              <a:rPr lang="fr-FR" dirty="0"/>
              <a:t> AVR ou ESP IDF</a:t>
            </a:r>
          </a:p>
          <a:p>
            <a:pPr lvl="1"/>
            <a:r>
              <a:rPr lang="fr-FR" dirty="0"/>
              <a:t>Code portable à 100% (sauf le numéro des pins)</a:t>
            </a:r>
          </a:p>
          <a:p>
            <a:r>
              <a:rPr lang="fr-FR" dirty="0"/>
              <a:t>Framework </a:t>
            </a:r>
            <a:r>
              <a:rPr lang="fr-FR" dirty="0" err="1"/>
              <a:t>Espressif</a:t>
            </a:r>
            <a:r>
              <a:rPr lang="fr-FR" dirty="0"/>
              <a:t> ESP 32</a:t>
            </a:r>
          </a:p>
          <a:p>
            <a:pPr lvl="1"/>
            <a:r>
              <a:rPr lang="fr-FR" dirty="0"/>
              <a:t>Avec plateforme ESP IDF</a:t>
            </a:r>
          </a:p>
          <a:p>
            <a:pPr lvl="1"/>
            <a:r>
              <a:rPr lang="fr-FR" dirty="0"/>
              <a:t>Code portable uniquement dans la famille des ESP32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7057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B85A1-C6EF-B665-5D81-3F81E7859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platformio.ini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A2FD49-BC55-E2D6-6248-D5421A002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Détermine les propriétés de </a:t>
            </a:r>
            <a:r>
              <a:rPr lang="fr-FR" dirty="0" err="1"/>
              <a:t>PlatformIO</a:t>
            </a:r>
            <a:endParaRPr lang="fr-FR" dirty="0"/>
          </a:p>
          <a:p>
            <a:pPr lvl="1"/>
            <a:r>
              <a:rPr lang="fr-FR" dirty="0"/>
              <a:t>[</a:t>
            </a:r>
            <a:r>
              <a:rPr lang="fr-FR" dirty="0" err="1"/>
              <a:t>env:uno</a:t>
            </a:r>
            <a:r>
              <a:rPr lang="fr-FR" dirty="0"/>
              <a:t>] # Nom</a:t>
            </a:r>
          </a:p>
          <a:p>
            <a:pPr lvl="1"/>
            <a:r>
              <a:rPr lang="fr-FR" dirty="0"/>
              <a:t>platform = </a:t>
            </a:r>
            <a:r>
              <a:rPr lang="fr-FR" dirty="0" err="1"/>
              <a:t>atmelavr</a:t>
            </a:r>
            <a:endParaRPr lang="fr-FR" dirty="0"/>
          </a:p>
          <a:p>
            <a:pPr lvl="1"/>
            <a:r>
              <a:rPr lang="fr-FR" dirty="0" err="1"/>
              <a:t>board</a:t>
            </a:r>
            <a:r>
              <a:rPr lang="fr-FR" dirty="0"/>
              <a:t> = </a:t>
            </a:r>
            <a:r>
              <a:rPr lang="fr-FR" dirty="0" err="1"/>
              <a:t>uno</a:t>
            </a:r>
            <a:endParaRPr lang="fr-FR" dirty="0"/>
          </a:p>
          <a:p>
            <a:pPr lvl="1"/>
            <a:r>
              <a:rPr lang="fr-FR" dirty="0" err="1"/>
              <a:t>framework</a:t>
            </a:r>
            <a:r>
              <a:rPr lang="fr-FR" dirty="0"/>
              <a:t> = </a:t>
            </a:r>
            <a:r>
              <a:rPr lang="fr-FR" dirty="0" err="1"/>
              <a:t>arduino</a:t>
            </a:r>
            <a:endParaRPr lang="fr-FR" dirty="0"/>
          </a:p>
          <a:p>
            <a:pPr lvl="1"/>
            <a:r>
              <a:rPr lang="fr-FR" dirty="0" err="1"/>
              <a:t>monitor_speed</a:t>
            </a:r>
            <a:r>
              <a:rPr lang="fr-FR" dirty="0"/>
              <a:t> = 9600</a:t>
            </a:r>
          </a:p>
          <a:p>
            <a:pPr lvl="1"/>
            <a:r>
              <a:rPr lang="fr-FR" dirty="0"/>
              <a:t># …</a:t>
            </a:r>
          </a:p>
        </p:txBody>
      </p:sp>
    </p:spTree>
    <p:extLst>
      <p:ext uri="{BB962C8B-B14F-4D97-AF65-F5344CB8AC3E}">
        <p14:creationId xmlns:p14="http://schemas.microsoft.com/office/powerpoint/2010/main" val="3186368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1D9D22-442A-BDC5-D139-E931FD593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810D7A-C35E-385B-58CC-95735EEC2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PlatformIO</a:t>
            </a:r>
            <a:endParaRPr lang="fr-FR" dirty="0"/>
          </a:p>
          <a:p>
            <a:pPr lvl="1"/>
            <a:r>
              <a:rPr lang="fr-FR" dirty="0"/>
              <a:t>Avec Arduino</a:t>
            </a:r>
          </a:p>
          <a:p>
            <a:pPr lvl="1"/>
            <a:r>
              <a:rPr lang="fr-FR" dirty="0"/>
              <a:t>Avec ESP IDF</a:t>
            </a:r>
          </a:p>
          <a:p>
            <a:pPr lvl="1"/>
            <a:r>
              <a:rPr lang="fr-FR"/>
              <a:t>Sur Board Arduino Uno &amp; ESP 32</a:t>
            </a:r>
          </a:p>
        </p:txBody>
      </p:sp>
    </p:spTree>
    <p:extLst>
      <p:ext uri="{BB962C8B-B14F-4D97-AF65-F5344CB8AC3E}">
        <p14:creationId xmlns:p14="http://schemas.microsoft.com/office/powerpoint/2010/main" val="2361223729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4719</TotalTime>
  <Words>402</Words>
  <Application>Microsoft Office PowerPoint</Application>
  <PresentationFormat>Affichage à l'écran (4:3)</PresentationFormat>
  <Paragraphs>91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Monotype Sorts</vt:lpstr>
      <vt:lpstr>Times New Roman</vt:lpstr>
      <vt:lpstr>cvc</vt:lpstr>
      <vt:lpstr>Présentation PowerPoint</vt:lpstr>
      <vt:lpstr>PlatformIO</vt:lpstr>
      <vt:lpstr>PlatformIO</vt:lpstr>
      <vt:lpstr>Framework</vt:lpstr>
      <vt:lpstr>Framework</vt:lpstr>
      <vt:lpstr>Liste des frameworks</vt:lpstr>
      <vt:lpstr>Plateforme</vt:lpstr>
      <vt:lpstr>Les principales Plateformes</vt:lpstr>
      <vt:lpstr>Board</vt:lpstr>
      <vt:lpstr>Formation</vt:lpstr>
      <vt:lpstr>platformio.ini</vt:lpstr>
      <vt:lpstr>TP 2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247</cp:revision>
  <dcterms:created xsi:type="dcterms:W3CDTF">2000-04-10T19:33:12Z</dcterms:created>
  <dcterms:modified xsi:type="dcterms:W3CDTF">2026-06-10T09:17:59Z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