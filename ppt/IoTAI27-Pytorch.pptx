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8"/>
  </p:notesMasterIdLst>
  <p:handoutMasterIdLst>
    <p:handoutMasterId r:id="rId9"/>
  </p:handoutMasterIdLst>
  <p:sldIdLst>
    <p:sldId id="264" r:id="rId2"/>
    <p:sldId id="265" r:id="rId3"/>
    <p:sldId id="268" r:id="rId4"/>
    <p:sldId id="267" r:id="rId5"/>
    <p:sldId id="270" r:id="rId6"/>
    <p:sldId id="269" r:id="rId7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107495" y="2132856"/>
            <a:ext cx="3211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Deep</a:t>
            </a:r>
            <a:r>
              <a:rPr lang="fr-FR" sz="3600" dirty="0"/>
              <a:t> Learning</a:t>
            </a: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064A7E8C-15F4-61F7-2B29-D562CB325C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948BD0-FB79-D259-869C-E5F12718B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0" y="4149080"/>
            <a:ext cx="430530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D8CA79-0D2E-09DC-56AB-DF3355207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6058" y="-2770522"/>
            <a:ext cx="7829947" cy="11430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FED081-6612-A952-496C-0AD52D670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Facebook </a:t>
            </a:r>
            <a:r>
              <a:rPr lang="fr-FR" dirty="0" err="1"/>
              <a:t>Pytorch</a:t>
            </a:r>
            <a:r>
              <a:rPr lang="fr-FR" dirty="0"/>
              <a:t> est un concurrent de </a:t>
            </a:r>
            <a:r>
              <a:rPr lang="fr-FR" dirty="0" err="1"/>
              <a:t>Tensorflow</a:t>
            </a:r>
            <a:endParaRPr lang="fr-FR" dirty="0"/>
          </a:p>
          <a:p>
            <a:pPr lvl="1"/>
            <a:r>
              <a:rPr lang="fr-FR" dirty="0"/>
              <a:t>Créé en 2016 (avant TF)</a:t>
            </a:r>
          </a:p>
          <a:p>
            <a:pPr lvl="1"/>
            <a:r>
              <a:rPr lang="fr-FR" dirty="0"/>
              <a:t>Compatible CUDA (après TF)</a:t>
            </a:r>
          </a:p>
          <a:p>
            <a:pPr lvl="1"/>
            <a:r>
              <a:rPr lang="fr-FR" dirty="0"/>
              <a:t>Basé sur les Tenseurs</a:t>
            </a:r>
          </a:p>
          <a:p>
            <a:pPr lvl="1"/>
            <a:r>
              <a:rPr lang="fr-FR" dirty="0"/>
              <a:t>Très proche de TF</a:t>
            </a:r>
          </a:p>
          <a:p>
            <a:endParaRPr lang="fr-F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71C5DEB-9057-393B-C4AF-14ECB9523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16632"/>
            <a:ext cx="430530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3148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53AFA4-99B0-CE8D-B230-5C8DA65C8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DF9604-AA77-0875-4DC6-800709076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Install simple</a:t>
            </a:r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torch</a:t>
            </a:r>
            <a:endParaRPr lang="fr-FR" dirty="0"/>
          </a:p>
          <a:p>
            <a:r>
              <a:rPr lang="fr-FR" dirty="0"/>
              <a:t>Install avec CUDA</a:t>
            </a:r>
          </a:p>
          <a:p>
            <a:pPr lvl="1"/>
            <a:r>
              <a:rPr lang="fr-FR" dirty="0"/>
              <a:t>CUDA 12.1</a:t>
            </a:r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torch</a:t>
            </a:r>
            <a:r>
              <a:rPr lang="fr-FR" dirty="0"/>
              <a:t> </a:t>
            </a:r>
            <a:r>
              <a:rPr lang="fr-FR" dirty="0" err="1"/>
              <a:t>torchvision</a:t>
            </a:r>
            <a:r>
              <a:rPr lang="fr-FR" dirty="0"/>
              <a:t> </a:t>
            </a:r>
            <a:r>
              <a:rPr lang="fr-FR" dirty="0" err="1"/>
              <a:t>torchaudio</a:t>
            </a:r>
            <a:r>
              <a:rPr lang="fr-FR" dirty="0"/>
              <a:t> --index-url https://download.pytorch.org/whl/cu121</a:t>
            </a:r>
          </a:p>
          <a:p>
            <a:pPr lvl="1"/>
            <a:r>
              <a:rPr lang="fr-FR" dirty="0"/>
              <a:t>Fonctionne parfaitement sur Windows</a:t>
            </a:r>
          </a:p>
          <a:p>
            <a:pPr lvl="2"/>
            <a:r>
              <a:rPr lang="fr-FR" dirty="0"/>
              <a:t>Pas de </a:t>
            </a:r>
            <a:r>
              <a:rPr lang="fr-FR" dirty="0" err="1"/>
              <a:t>CuDNN</a:t>
            </a:r>
            <a:endParaRPr lang="fr-FR" dirty="0"/>
          </a:p>
          <a:p>
            <a:pPr lvl="1"/>
            <a:r>
              <a:rPr lang="fr-FR" dirty="0"/>
              <a:t>Il est possible d'installer plusieurs CUDA</a:t>
            </a:r>
          </a:p>
          <a:p>
            <a:pPr lvl="2"/>
            <a:r>
              <a:rPr lang="fr-FR" dirty="0"/>
              <a:t>Gestion du PATH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26114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6E809-9EC1-6EEC-73C4-084A6DA26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4285FB-0AEB-ECA7-1EEE-2956FAD8B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6058" y="-2770522"/>
            <a:ext cx="7829947" cy="11430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618245-8725-DE0E-5254-110599DB2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PyTorch</a:t>
            </a:r>
            <a:r>
              <a:rPr lang="fr-FR" dirty="0"/>
              <a:t> est plus difficile d'accès que TF</a:t>
            </a:r>
          </a:p>
          <a:p>
            <a:pPr lvl="1"/>
            <a:r>
              <a:rPr lang="fr-FR" dirty="0"/>
              <a:t>Programmation OO obligatoire</a:t>
            </a:r>
          </a:p>
          <a:p>
            <a:pPr lvl="1"/>
            <a:r>
              <a:rPr lang="fr-FR" dirty="0"/>
              <a:t>Héritage de la classe Module</a:t>
            </a:r>
          </a:p>
          <a:p>
            <a:pPr lvl="1"/>
            <a:r>
              <a:rPr lang="fr-FR" dirty="0"/>
              <a:t>Mais </a:t>
            </a:r>
            <a:r>
              <a:rPr lang="fr-FR" dirty="0" err="1"/>
              <a:t>PyTorch</a:t>
            </a:r>
            <a:r>
              <a:rPr lang="fr-FR" dirty="0"/>
              <a:t> est plus souple</a:t>
            </a:r>
          </a:p>
          <a:p>
            <a:pPr lvl="1"/>
            <a:endParaRPr lang="fr-FR" dirty="0"/>
          </a:p>
          <a:p>
            <a:endParaRPr lang="fr-F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D7DDAB3-1336-6F93-4C9C-F86EEC307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16632"/>
            <a:ext cx="430530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5B6DB3B-949D-957E-342B-9195BCD3E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154" y="3232847"/>
            <a:ext cx="7216765" cy="359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587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013F04-C5C4-EB61-BA98-78D925571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TorchVision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90E1C6-82BB-4596-53BE-8CE4A55BF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TorchVision contient une sérié de modèle spécialisés dans la vision comme </a:t>
            </a:r>
            <a:r>
              <a:rPr lang="fr-FR" dirty="0" err="1"/>
              <a:t>ResNet</a:t>
            </a:r>
            <a:endParaRPr lang="fr-FR" dirty="0"/>
          </a:p>
          <a:p>
            <a:r>
              <a:rPr lang="fr-FR" dirty="0"/>
              <a:t>De manière générale il est le concurrent de </a:t>
            </a:r>
            <a:r>
              <a:rPr lang="fr-FR" dirty="0" err="1"/>
              <a:t>keras.models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00920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C97243-B018-1755-9E11-29D4D5FBD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27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349BB5-03EA-5978-AD4C-ED8A2D416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Torch Cancer MLP</a:t>
            </a:r>
          </a:p>
          <a:p>
            <a:r>
              <a:rPr lang="fr-FR" dirty="0"/>
              <a:t>Torch MNIST MLP + TQDM</a:t>
            </a:r>
          </a:p>
          <a:p>
            <a:r>
              <a:rPr lang="fr-FR"/>
              <a:t>TorchVision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6687970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8424</TotalTime>
  <Words>130</Words>
  <Application>Microsoft Office PowerPoint</Application>
  <PresentationFormat>Affichage à l'écran (4:3)</PresentationFormat>
  <Paragraphs>27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Monotype Sorts</vt:lpstr>
      <vt:lpstr>Times New Roman</vt:lpstr>
      <vt:lpstr>cvc</vt:lpstr>
      <vt:lpstr>Présentation PowerPoint</vt:lpstr>
      <vt:lpstr>Présentation PowerPoint</vt:lpstr>
      <vt:lpstr>Install</vt:lpstr>
      <vt:lpstr>Présentation PowerPoint</vt:lpstr>
      <vt:lpstr>TorchVision</vt:lpstr>
      <vt:lpstr>TP 27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347</cp:revision>
  <dcterms:created xsi:type="dcterms:W3CDTF">2000-04-10T19:33:12Z</dcterms:created>
  <dcterms:modified xsi:type="dcterms:W3CDTF">2026-06-15T18:45:08Z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