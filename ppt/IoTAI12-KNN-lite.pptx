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8"/>
  </p:notesMasterIdLst>
  <p:handoutMasterIdLst>
    <p:handoutMasterId r:id="rId9"/>
  </p:handoutMasterIdLst>
  <p:sldIdLst>
    <p:sldId id="264" r:id="rId2"/>
    <p:sldId id="300" r:id="rId3"/>
    <p:sldId id="301" r:id="rId4"/>
    <p:sldId id="281" r:id="rId5"/>
    <p:sldId id="288" r:id="rId6"/>
    <p:sldId id="302" r:id="rId7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590" autoAdjust="0"/>
  </p:normalViewPr>
  <p:slideViewPr>
    <p:cSldViewPr>
      <p:cViewPr varScale="1">
        <p:scale>
          <a:sx n="82" d="100"/>
          <a:sy n="82" d="100"/>
        </p:scale>
        <p:origin x="619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 err="1"/>
              <a:t>kNN</a:t>
            </a:r>
            <a:r>
              <a:rPr lang="fr-FR" altLang="fr-FR" dirty="0"/>
              <a:t> liste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5023445"/>
            <a:ext cx="6715125" cy="1285875"/>
          </a:xfrm>
          <a:prstGeom prst="rect">
            <a:avLst/>
          </a:prstGeom>
        </p:spPr>
      </p:pic>
      <p:sp>
        <p:nvSpPr>
          <p:cNvPr id="3" name="ZoneTexte 2"/>
          <p:cNvSpPr txBox="1"/>
          <p:nvPr/>
        </p:nvSpPr>
        <p:spPr>
          <a:xfrm>
            <a:off x="3107495" y="2132856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dirty="0"/>
              <a:t>Data Science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560" y="2972129"/>
            <a:ext cx="306705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18199A-61EB-CD87-A2EC-D2009B3EA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knn_lite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AB7CD46-13C4-DCBA-ADD9-4BCD385A97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Implémentation Python d'une prédiction </a:t>
            </a:r>
            <a:r>
              <a:rPr lang="fr-FR" dirty="0" err="1"/>
              <a:t>kNN</a:t>
            </a:r>
            <a:endParaRPr lang="fr-FR" dirty="0"/>
          </a:p>
          <a:p>
            <a:pPr lvl="1"/>
            <a:r>
              <a:rPr lang="fr-FR" dirty="0"/>
              <a:t>Portable Python et </a:t>
            </a:r>
            <a:r>
              <a:rPr lang="fr-FR" dirty="0" err="1"/>
              <a:t>MicroPython</a:t>
            </a:r>
            <a:endParaRPr lang="fr-FR" dirty="0"/>
          </a:p>
          <a:p>
            <a:r>
              <a:rPr lang="fr-FR" dirty="0"/>
              <a:t>Très gourmand en RAM</a:t>
            </a:r>
          </a:p>
          <a:p>
            <a:r>
              <a:rPr lang="fr-FR" dirty="0"/>
              <a:t>Il existe une alternative C/C++ avec </a:t>
            </a:r>
            <a:r>
              <a:rPr lang="fr-FR" dirty="0" err="1"/>
              <a:t>EMLearn</a:t>
            </a:r>
            <a:endParaRPr lang="fr-FR" dirty="0"/>
          </a:p>
          <a:p>
            <a:pPr lvl="1"/>
            <a:r>
              <a:rPr lang="fr-FR" dirty="0"/>
              <a:t>Chapitre suivant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2900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54CAD-A94A-BAA7-1894-36B7D641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CFDC90-28F1-5F66-54C6-FD7B42473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9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F8C913-35E5-771C-304B-96863F7BD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kNN</a:t>
            </a:r>
            <a:r>
              <a:rPr lang="fr-FR" dirty="0"/>
              <a:t> sur ESP32 en </a:t>
            </a:r>
            <a:r>
              <a:rPr lang="fr-FR" dirty="0" err="1"/>
              <a:t>MicroPython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9944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MNIST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MNIST est un </a:t>
            </a:r>
            <a:r>
              <a:rPr lang="fr-FR" dirty="0" err="1"/>
              <a:t>dataset</a:t>
            </a:r>
            <a:r>
              <a:rPr lang="fr-FR" dirty="0"/>
              <a:t> d'image manuscrites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2132856"/>
            <a:ext cx="497205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714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695442-22FD-0396-D587-AEA15F5EE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MNIST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837D36-F38E-472C-2D09-4CBD2DB72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images sont en 28*28 sur 8 bits</a:t>
            </a:r>
          </a:p>
          <a:p>
            <a:r>
              <a:rPr lang="fr-FR" dirty="0"/>
              <a:t>Il s'agit d'un </a:t>
            </a:r>
            <a:r>
              <a:rPr lang="fr-FR" dirty="0" err="1"/>
              <a:t>trainingset</a:t>
            </a:r>
            <a:r>
              <a:rPr lang="fr-FR" dirty="0"/>
              <a:t> de 60000 images</a:t>
            </a:r>
          </a:p>
          <a:p>
            <a:r>
              <a:rPr lang="fr-FR" dirty="0"/>
              <a:t>Etude des poids</a:t>
            </a:r>
          </a:p>
          <a:p>
            <a:pPr lvl="1"/>
            <a:r>
              <a:rPr lang="fr-FR" dirty="0"/>
              <a:t>x = 28*28 = 784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 err="1"/>
              <a:t>xtrain</a:t>
            </a:r>
            <a:r>
              <a:rPr lang="fr-FR" dirty="0"/>
              <a:t> = 60000*784 = 47Mdata =&gt; 47Mo en 8 bits</a:t>
            </a:r>
          </a:p>
          <a:p>
            <a:pPr lvl="1"/>
            <a:r>
              <a:rPr lang="fr-FR" dirty="0"/>
              <a:t>Impossible sur microcontrôleur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9841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BFE3A5-6B0B-ED94-7172-C7DF13366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10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C70052-2114-7349-E1F6-2C09203C1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Refaire tourner et comprendre la démo de MNIST </a:t>
            </a:r>
            <a:r>
              <a:rPr lang="fr-FR"/>
              <a:t>en Python</a:t>
            </a:r>
          </a:p>
        </p:txBody>
      </p:sp>
    </p:spTree>
    <p:extLst>
      <p:ext uri="{BB962C8B-B14F-4D97-AF65-F5344CB8AC3E}">
        <p14:creationId xmlns:p14="http://schemas.microsoft.com/office/powerpoint/2010/main" val="407678613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7187</TotalTime>
  <Words>96</Words>
  <Application>Microsoft Office PowerPoint</Application>
  <PresentationFormat>Affichage à l'écran (4:3)</PresentationFormat>
  <Paragraphs>21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Monotype Sorts</vt:lpstr>
      <vt:lpstr>Times New Roman</vt:lpstr>
      <vt:lpstr>cvc</vt:lpstr>
      <vt:lpstr>Présentation PowerPoint</vt:lpstr>
      <vt:lpstr>knn_lite</vt:lpstr>
      <vt:lpstr>TP 9</vt:lpstr>
      <vt:lpstr>MNIST</vt:lpstr>
      <vt:lpstr>MNIST</vt:lpstr>
      <vt:lpstr>TP 10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360</cp:revision>
  <dcterms:created xsi:type="dcterms:W3CDTF">2000-04-10T19:33:12Z</dcterms:created>
  <dcterms:modified xsi:type="dcterms:W3CDTF">2026-06-10T10:43:03Z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