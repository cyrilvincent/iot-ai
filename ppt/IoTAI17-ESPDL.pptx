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"/>
  </p:notesMasterIdLst>
  <p:handoutMasterIdLst>
    <p:handoutMasterId r:id="rId5"/>
  </p:handoutMasterIdLst>
  <p:sldIdLst>
    <p:sldId id="264" r:id="rId2"/>
    <p:sldId id="265" r:id="rId3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spressif/esp-d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ESPDL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  <p:pic>
        <p:nvPicPr>
          <p:cNvPr id="6" name="Picture 4" descr="Keras tutorial - keras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812775"/>
            <a:ext cx="1320081" cy="132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711752-AF93-5465-EF02-5401464EA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ESPDL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980B64-1E10-F520-2808-556245B33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Projet </a:t>
            </a:r>
            <a:r>
              <a:rPr lang="fr-FR" dirty="0" err="1"/>
              <a:t>Espressif</a:t>
            </a:r>
            <a:endParaRPr lang="fr-FR" dirty="0"/>
          </a:p>
          <a:p>
            <a:pPr lvl="1"/>
            <a:r>
              <a:rPr lang="fr-FR" dirty="0"/>
              <a:t>Fabriquant de l'ESP32</a:t>
            </a:r>
          </a:p>
          <a:p>
            <a:pPr lvl="1"/>
            <a:r>
              <a:rPr lang="fr-FR" dirty="0"/>
              <a:t>Uniquement pour ESP32</a:t>
            </a:r>
          </a:p>
          <a:p>
            <a:pPr lvl="1"/>
            <a:r>
              <a:rPr lang="fr-FR" dirty="0">
                <a:hlinkClick r:id="rId2"/>
              </a:rPr>
              <a:t>https://github.com/espressif/esp-dl</a:t>
            </a:r>
            <a:endParaRPr lang="fr-FR" dirty="0"/>
          </a:p>
          <a:p>
            <a:r>
              <a:rPr lang="fr-FR" dirty="0"/>
              <a:t>Boit à outils de DL compatible </a:t>
            </a:r>
            <a:r>
              <a:rPr lang="fr-FR" dirty="0" err="1"/>
              <a:t>PyTorch</a:t>
            </a:r>
            <a:endParaRPr lang="fr-FR" dirty="0"/>
          </a:p>
          <a:p>
            <a:pPr lvl="1"/>
            <a:r>
              <a:rPr lang="fr-FR" dirty="0" err="1"/>
              <a:t>FaceDetection</a:t>
            </a:r>
            <a:endParaRPr lang="fr-FR" dirty="0"/>
          </a:p>
          <a:p>
            <a:pPr lvl="1"/>
            <a:r>
              <a:rPr lang="fr-FR" dirty="0"/>
              <a:t>Programmable en grande partie côté PC</a:t>
            </a:r>
          </a:p>
          <a:p>
            <a:pPr lvl="1"/>
            <a:r>
              <a:rPr lang="fr-FR" dirty="0"/>
              <a:t>Puis création d'une image pour ESP32</a:t>
            </a:r>
          </a:p>
          <a:p>
            <a:pPr lvl="1"/>
            <a:r>
              <a:rPr lang="fr-FR"/>
              <a:t>Python &amp; C++</a:t>
            </a:r>
          </a:p>
        </p:txBody>
      </p:sp>
    </p:spTree>
    <p:extLst>
      <p:ext uri="{BB962C8B-B14F-4D97-AF65-F5344CB8AC3E}">
        <p14:creationId xmlns:p14="http://schemas.microsoft.com/office/powerpoint/2010/main" val="3948525258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16871</TotalTime>
  <Words>45</Words>
  <Application>Microsoft Office PowerPoint</Application>
  <PresentationFormat>Affichage à l'écran (4:3)</PresentationFormat>
  <Paragraphs>12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Monotype Sorts</vt:lpstr>
      <vt:lpstr>Times New Roman</vt:lpstr>
      <vt:lpstr>cvc</vt:lpstr>
      <vt:lpstr>Présentation PowerPoint</vt:lpstr>
      <vt:lpstr>ESPDL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503</cp:revision>
  <dcterms:created xsi:type="dcterms:W3CDTF">2000-04-10T19:33:12Z</dcterms:created>
  <dcterms:modified xsi:type="dcterms:W3CDTF">2026-03-17T11:58:15Z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