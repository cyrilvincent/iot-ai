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"/>
  </p:notesMasterIdLst>
  <p:handoutMasterIdLst>
    <p:handoutMasterId r:id="rId10"/>
  </p:handoutMasterIdLst>
  <p:sldIdLst>
    <p:sldId id="264" r:id="rId2"/>
    <p:sldId id="266" r:id="rId3"/>
    <p:sldId id="269" r:id="rId4"/>
    <p:sldId id="267" r:id="rId5"/>
    <p:sldId id="268" r:id="rId6"/>
    <p:sldId id="270" r:id="rId7"/>
    <p:sldId id="271" r:id="rId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2" name="Image 1" descr="Description de l'image Open Neural Network Exchange logo.svg.">
            <a:extLst>
              <a:ext uri="{FF2B5EF4-FFF2-40B4-BE49-F238E27FC236}">
                <a16:creationId xmlns:a16="http://schemas.microsoft.com/office/drawing/2014/main" id="{BC5C4652-FBC7-91EF-7872-417AB2317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13" y="3866649"/>
            <a:ext cx="6865374" cy="1716344"/>
          </a:xfrm>
          <a:prstGeom prst="rect">
            <a:avLst/>
          </a:prstGeom>
        </p:spPr>
      </p:pic>
      <p:sp>
        <p:nvSpPr>
          <p:cNvPr id="5" name="Sous-titre 4">
            <a:extLst>
              <a:ext uri="{FF2B5EF4-FFF2-40B4-BE49-F238E27FC236}">
                <a16:creationId xmlns:a16="http://schemas.microsoft.com/office/drawing/2014/main" id="{EA05FF81-2447-42C8-2084-43D9E6778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6E868-106D-3E09-2A65-9A56328A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ONNX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57D39-4169-822D-2196-606372B64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ONNX pour Open Neural Network Exchange est format standardisé pour les réseaux de neurones</a:t>
            </a:r>
          </a:p>
          <a:p>
            <a:r>
              <a:rPr lang="fr-FR" dirty="0"/>
              <a:t>Compatible </a:t>
            </a:r>
            <a:r>
              <a:rPr lang="fr-FR" dirty="0" err="1"/>
              <a:t>PyTorch</a:t>
            </a:r>
            <a:r>
              <a:rPr lang="fr-FR" dirty="0"/>
              <a:t> &amp; TF</a:t>
            </a:r>
          </a:p>
        </p:txBody>
      </p:sp>
      <p:pic>
        <p:nvPicPr>
          <p:cNvPr id="4" name="Image 3" descr="Description de l'image Open Neural Network Exchange logo.svg.">
            <a:extLst>
              <a:ext uri="{FF2B5EF4-FFF2-40B4-BE49-F238E27FC236}">
                <a16:creationId xmlns:a16="http://schemas.microsoft.com/office/drawing/2014/main" id="{9BE9D5E0-D60F-ADB3-B9B1-1C40DD3B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573016"/>
            <a:ext cx="6865374" cy="171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8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9258-5130-28BC-173E-3EACD539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34C484-3601-1F17-DAF9-9C320AACE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PT n'a pas d'outil pour convertir vers des </a:t>
            </a:r>
            <a:r>
              <a:rPr lang="fr-FR" dirty="0" err="1"/>
              <a:t>microcontroleurs</a:t>
            </a:r>
            <a:r>
              <a:rPr lang="fr-FR" dirty="0"/>
              <a:t> à faible puissance et mémoire</a:t>
            </a:r>
          </a:p>
          <a:p>
            <a:pPr lvl="1"/>
            <a:r>
              <a:rPr lang="fr-FR" dirty="0"/>
              <a:t>La stratégie consiste à transformer le .</a:t>
            </a:r>
            <a:r>
              <a:rPr lang="fr-FR" dirty="0" err="1"/>
              <a:t>pth</a:t>
            </a:r>
            <a:r>
              <a:rPr lang="fr-FR" dirty="0"/>
              <a:t> en .h5 ou .</a:t>
            </a:r>
            <a:r>
              <a:rPr lang="fr-FR" dirty="0" err="1"/>
              <a:t>keras</a:t>
            </a:r>
            <a:endParaRPr lang="fr-FR" dirty="0"/>
          </a:p>
          <a:p>
            <a:pPr lvl="1"/>
            <a:r>
              <a:rPr lang="fr-FR" dirty="0"/>
              <a:t>Mais ca ne fonctionne pas directement</a:t>
            </a:r>
          </a:p>
          <a:p>
            <a:pPr lvl="1"/>
            <a:r>
              <a:rPr lang="fr-FR" dirty="0"/>
              <a:t>Il faut passer par un format intermédiaire : ONNX</a:t>
            </a:r>
          </a:p>
          <a:p>
            <a:pPr lvl="1"/>
            <a:r>
              <a:rPr lang="fr-FR" dirty="0"/>
              <a:t>Workflow : PTH =&gt; ONNX =&gt; H5 =&gt; TFLITE =&gt; </a:t>
            </a:r>
            <a:r>
              <a:rPr lang="fr-FR" dirty="0" err="1"/>
              <a:t>TinyMaix</a:t>
            </a:r>
            <a:r>
              <a:rPr lang="fr-FR" dirty="0"/>
              <a:t> ou .h</a:t>
            </a:r>
          </a:p>
          <a:p>
            <a:r>
              <a:rPr lang="fr-FR" dirty="0"/>
              <a:t>En revanche PT possède des </a:t>
            </a:r>
            <a:r>
              <a:rPr lang="fr-FR" dirty="0" err="1"/>
              <a:t>convertions</a:t>
            </a:r>
            <a:r>
              <a:rPr lang="fr-FR" dirty="0"/>
              <a:t> très efficaces vers NPU, GPU et </a:t>
            </a:r>
            <a:r>
              <a:rPr lang="fr-FR" dirty="0" err="1"/>
              <a:t>microcontroleurs</a:t>
            </a:r>
            <a:r>
              <a:rPr lang="fr-FR" dirty="0"/>
              <a:t> puissant</a:t>
            </a:r>
          </a:p>
          <a:p>
            <a:pPr lvl="1"/>
            <a:r>
              <a:rPr lang="fr-FR"/>
              <a:t>Chapitre suivant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608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E1D27-0C8D-A9F4-6E3C-7BE0CD32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torch.onnx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C065D2-9BC2-8529-7648-352CDF850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torch.onnx.export</a:t>
            </a:r>
            <a:r>
              <a:rPr lang="fr-FR" dirty="0"/>
              <a:t>(model, </a:t>
            </a:r>
            <a:r>
              <a:rPr lang="fr-FR" dirty="0" err="1"/>
              <a:t>torch.rand</a:t>
            </a:r>
            <a:r>
              <a:rPr lang="fr-FR" dirty="0"/>
              <a:t>(1, 30), "MobilenetV3.onnx")</a:t>
            </a:r>
          </a:p>
          <a:p>
            <a:pPr lvl="1"/>
            <a:r>
              <a:rPr lang="fr-FR" dirty="0"/>
              <a:t>model est le model objet PT avec les poids</a:t>
            </a:r>
          </a:p>
          <a:p>
            <a:pPr lvl="1"/>
            <a:r>
              <a:rPr lang="fr-FR" dirty="0" err="1"/>
              <a:t>torch.rand</a:t>
            </a:r>
            <a:r>
              <a:rPr lang="fr-FR" dirty="0"/>
              <a:t> est le </a:t>
            </a:r>
            <a:r>
              <a:rPr lang="fr-FR" dirty="0" err="1"/>
              <a:t>shape</a:t>
            </a:r>
            <a:r>
              <a:rPr lang="fr-FR" dirty="0"/>
              <a:t> d'entrée (1, </a:t>
            </a:r>
            <a:r>
              <a:rPr lang="fr-FR" dirty="0" err="1"/>
              <a:t>shape</a:t>
            </a:r>
            <a:r>
              <a:rPr lang="fr-FR" dirty="0"/>
              <a:t>)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92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D28BE0-68F7-5957-93A2-3B0E58B7B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ONNX 2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079258-366D-1D2B-CC36-F935E2C89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onnx2keras est un module pour convertir un ONNX vers </a:t>
            </a:r>
            <a:r>
              <a:rPr lang="fr-FR" dirty="0" err="1"/>
              <a:t>Keras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CB62EE-EFBF-4C21-7FAA-DBFC2546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02" y="2996952"/>
            <a:ext cx="8742229" cy="19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0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1DDE-E192-7F12-2164-2B14F53A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C8AA8A-E04B-9AA4-7137-FF7727A7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Nouvelle approche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582EFD-341F-AD4A-399B-D39AF5FFB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Depuis peut il existe un projet pour convertir directement PTE vers </a:t>
            </a:r>
            <a:r>
              <a:rPr lang="fr-FR" dirty="0" err="1"/>
              <a:t>LiteRT</a:t>
            </a:r>
            <a:endParaRPr lang="fr-FR" dirty="0"/>
          </a:p>
          <a:p>
            <a:r>
              <a:rPr lang="fr-FR" dirty="0" err="1"/>
              <a:t>litert-torch</a:t>
            </a:r>
            <a:endParaRPr lang="fr-FR" dirty="0"/>
          </a:p>
          <a:p>
            <a:pPr lvl="1"/>
            <a:r>
              <a:rPr lang="fr-FR" dirty="0"/>
              <a:t>Uniquement Linux</a:t>
            </a:r>
          </a:p>
          <a:p>
            <a:pPr lvl="1"/>
            <a:r>
              <a:rPr lang="fr-FR" dirty="0"/>
              <a:t>Ou WSL2</a:t>
            </a:r>
          </a:p>
        </p:txBody>
      </p:sp>
    </p:spTree>
    <p:extLst>
      <p:ext uri="{BB962C8B-B14F-4D97-AF65-F5344CB8AC3E}">
        <p14:creationId xmlns:p14="http://schemas.microsoft.com/office/powerpoint/2010/main" val="232898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E635E-47DC-33F9-982F-D293A686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29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459214-51B8-5C4D-42A4-042DB39D3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Cancer ONNX</a:t>
            </a:r>
          </a:p>
          <a:p>
            <a:r>
              <a:rPr lang="fr-FR" dirty="0"/>
              <a:t>Cancer </a:t>
            </a:r>
            <a:r>
              <a:rPr lang="fr-FR"/>
              <a:t>LiteRT-torch</a:t>
            </a:r>
          </a:p>
        </p:txBody>
      </p:sp>
    </p:spTree>
    <p:extLst>
      <p:ext uri="{BB962C8B-B14F-4D97-AF65-F5344CB8AC3E}">
        <p14:creationId xmlns:p14="http://schemas.microsoft.com/office/powerpoint/2010/main" val="311401649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7664</TotalTime>
  <Words>179</Words>
  <Application>Microsoft Office PowerPoint</Application>
  <PresentationFormat>Affichage à l'écran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Monotype Sorts</vt:lpstr>
      <vt:lpstr>Times New Roman</vt:lpstr>
      <vt:lpstr>cvc</vt:lpstr>
      <vt:lpstr>Présentation PowerPoint</vt:lpstr>
      <vt:lpstr>ONNX</vt:lpstr>
      <vt:lpstr>Problématique</vt:lpstr>
      <vt:lpstr>torch.onnx</vt:lpstr>
      <vt:lpstr>ONNX 2 Keras</vt:lpstr>
      <vt:lpstr>Nouvelle approche</vt:lpstr>
      <vt:lpstr>TP 29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359</cp:revision>
  <dcterms:created xsi:type="dcterms:W3CDTF">2000-04-10T19:33:12Z</dcterms:created>
  <dcterms:modified xsi:type="dcterms:W3CDTF">2026-06-19T14:37:06Z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