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14"/>
  </p:notesMasterIdLst>
  <p:handoutMasterIdLst>
    <p:handoutMasterId r:id="rId15"/>
  </p:handoutMasterIdLst>
  <p:sldIdLst>
    <p:sldId id="264" r:id="rId2"/>
    <p:sldId id="265" r:id="rId3"/>
    <p:sldId id="299" r:id="rId4"/>
    <p:sldId id="305" r:id="rId5"/>
    <p:sldId id="300" r:id="rId6"/>
    <p:sldId id="301" r:id="rId7"/>
    <p:sldId id="307" r:id="rId8"/>
    <p:sldId id="302" r:id="rId9"/>
    <p:sldId id="306" r:id="rId10"/>
    <p:sldId id="308" r:id="rId11"/>
    <p:sldId id="304" r:id="rId12"/>
    <p:sldId id="303" r:id="rId13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590" autoAdjust="0"/>
  </p:normalViewPr>
  <p:slideViewPr>
    <p:cSldViewPr>
      <p:cViewPr varScale="1">
        <p:scale>
          <a:sx n="74" d="100"/>
          <a:sy n="74" d="100"/>
        </p:scale>
        <p:origin x="859" y="28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fr-FR" altLang="fr-FR" dirty="0" err="1"/>
              <a:t>EMLearn</a:t>
            </a:r>
            <a:endParaRPr lang="fr-FR" altLang="fr-FR" dirty="0"/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437" y="5023445"/>
            <a:ext cx="6715125" cy="1285875"/>
          </a:xfrm>
          <a:prstGeom prst="rect">
            <a:avLst/>
          </a:prstGeom>
        </p:spPr>
      </p:pic>
      <p:sp>
        <p:nvSpPr>
          <p:cNvPr id="3" name="ZoneTexte 2"/>
          <p:cNvSpPr txBox="1"/>
          <p:nvPr/>
        </p:nvSpPr>
        <p:spPr>
          <a:xfrm>
            <a:off x="3107495" y="2132856"/>
            <a:ext cx="29290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/>
              <a:t>Data Science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560" y="2972129"/>
            <a:ext cx="3067050" cy="762000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4B0C0DD4-C32D-6361-822A-08686DBB9B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9339" y="3783217"/>
            <a:ext cx="3296110" cy="134321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EMLearn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EMLearn</a:t>
            </a:r>
            <a:r>
              <a:rPr lang="fr-FR" dirty="0"/>
              <a:t> est le portage de la partie prédiction de </a:t>
            </a:r>
            <a:r>
              <a:rPr lang="fr-FR" dirty="0" err="1"/>
              <a:t>SKLearn</a:t>
            </a:r>
            <a:r>
              <a:rPr lang="fr-FR" dirty="0"/>
              <a:t> en C et </a:t>
            </a:r>
            <a:r>
              <a:rPr lang="fr-FR" dirty="0" err="1"/>
              <a:t>MicroPython</a:t>
            </a:r>
            <a:r>
              <a:rPr lang="fr-FR" dirty="0"/>
              <a:t> pour </a:t>
            </a:r>
            <a:r>
              <a:rPr lang="fr-FR" dirty="0" err="1"/>
              <a:t>micro-contrôleurs</a:t>
            </a:r>
            <a:endParaRPr lang="fr-FR" dirty="0"/>
          </a:p>
          <a:p>
            <a:r>
              <a:rPr lang="fr-FR" dirty="0"/>
              <a:t>Les modèles portés sont</a:t>
            </a:r>
          </a:p>
          <a:p>
            <a:pPr lvl="1"/>
            <a:r>
              <a:rPr lang="fr-FR" dirty="0" err="1"/>
              <a:t>Linear</a:t>
            </a:r>
            <a:endParaRPr lang="fr-FR" dirty="0"/>
          </a:p>
          <a:p>
            <a:pPr lvl="1"/>
            <a:r>
              <a:rPr lang="fr-FR" dirty="0" err="1"/>
              <a:t>kNN</a:t>
            </a:r>
            <a:endParaRPr lang="fr-FR" dirty="0"/>
          </a:p>
          <a:p>
            <a:pPr lvl="1"/>
            <a:r>
              <a:rPr lang="fr-FR" dirty="0" err="1"/>
              <a:t>Random</a:t>
            </a:r>
            <a:r>
              <a:rPr lang="fr-FR" dirty="0"/>
              <a:t> Forest</a:t>
            </a:r>
          </a:p>
          <a:p>
            <a:pPr lvl="1"/>
            <a:r>
              <a:rPr lang="fr-FR" dirty="0"/>
              <a:t>MLP</a:t>
            </a:r>
          </a:p>
          <a:p>
            <a:pPr lvl="1"/>
            <a:r>
              <a:rPr lang="fr-FR" dirty="0"/>
              <a:t>CNN</a:t>
            </a:r>
          </a:p>
          <a:p>
            <a:pPr marL="0" indent="0">
              <a:buNone/>
            </a:pPr>
            <a:endParaRPr lang="fr-FR" dirty="0"/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986054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C23152-6627-C772-B631-B1291CD184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EMLearn</a:t>
            </a:r>
            <a:r>
              <a:rPr lang="fr-FR" dirty="0"/>
              <a:t> déterministes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AE70B2C-F7ED-567F-3F9A-638D5297BC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Des modèles déterministes sont portés depuis </a:t>
            </a:r>
            <a:r>
              <a:rPr lang="fr-FR" dirty="0" err="1"/>
              <a:t>Scipy</a:t>
            </a:r>
            <a:endParaRPr lang="fr-FR" dirty="0"/>
          </a:p>
          <a:p>
            <a:pPr lvl="1"/>
            <a:r>
              <a:rPr lang="fr-FR" dirty="0"/>
              <a:t>FFT</a:t>
            </a:r>
          </a:p>
          <a:p>
            <a:pPr lvl="1"/>
            <a:r>
              <a:rPr lang="fr-FR" dirty="0"/>
              <a:t>IIR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F99D4E22-D16B-35A0-6D48-1AFABD052C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442" y="3573016"/>
            <a:ext cx="7459116" cy="2524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443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59E6297-B124-CE2B-CBE1-7ABF978A6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EMLearn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2961B83-93D5-703B-E00E-704F2350EB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Faible empreinte mémoire</a:t>
            </a:r>
          </a:p>
          <a:p>
            <a:pPr lvl="1"/>
            <a:r>
              <a:rPr lang="fr-FR" dirty="0"/>
              <a:t>2 Ko</a:t>
            </a:r>
          </a:p>
          <a:p>
            <a:pPr lvl="1"/>
            <a:r>
              <a:rPr lang="fr-FR" dirty="0"/>
              <a:t>Fonctionne en </a:t>
            </a:r>
            <a:r>
              <a:rPr lang="fr-FR" dirty="0" err="1"/>
              <a:t>MicroPython</a:t>
            </a:r>
            <a:r>
              <a:rPr lang="fr-FR" dirty="0"/>
              <a:t> à partir de 16 Ko</a:t>
            </a:r>
          </a:p>
          <a:p>
            <a:r>
              <a:rPr lang="fr-FR" dirty="0"/>
              <a:t>Facile d'installation</a:t>
            </a:r>
          </a:p>
          <a:p>
            <a:pPr lvl="1"/>
            <a:r>
              <a:rPr lang="fr-FR" dirty="0"/>
              <a:t>Fichier .</a:t>
            </a:r>
            <a:r>
              <a:rPr lang="fr-FR" dirty="0" err="1"/>
              <a:t>mpy</a:t>
            </a:r>
            <a:endParaRPr lang="fr-FR" dirty="0"/>
          </a:p>
          <a:p>
            <a:r>
              <a:rPr lang="fr-FR" dirty="0"/>
              <a:t>Compatible int8, float16 et float32 signé ou non signés</a:t>
            </a:r>
          </a:p>
          <a:p>
            <a:r>
              <a:rPr lang="fr-FR" dirty="0"/>
              <a:t>Compatible 100% </a:t>
            </a:r>
            <a:r>
              <a:rPr lang="fr-FR" dirty="0" err="1"/>
              <a:t>MicroPython</a:t>
            </a:r>
            <a:r>
              <a:rPr lang="fr-FR" dirty="0"/>
              <a:t> et C99*</a:t>
            </a:r>
          </a:p>
          <a:p>
            <a:r>
              <a:rPr lang="fr-FR" dirty="0"/>
              <a:t>Compatibles avec plusieurs micro-</a:t>
            </a:r>
            <a:r>
              <a:rPr lang="fr-FR" dirty="0" err="1"/>
              <a:t>controlleurs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5BBF803-5267-3ABE-656A-F085771E01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4876" y="5329377"/>
            <a:ext cx="3915321" cy="1514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1482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75EC8CF-5940-5BF8-24F8-47088357E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EMLearn</a:t>
            </a:r>
            <a:r>
              <a:rPr lang="fr-FR" dirty="0"/>
              <a:t> Python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AE321F9-A7CC-0926-30B3-A801A51F44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EMLearn</a:t>
            </a:r>
            <a:r>
              <a:rPr lang="fr-FR" dirty="0"/>
              <a:t> propose également une API Python pour pouvoir sauvegarder des modèles et des </a:t>
            </a:r>
            <a:r>
              <a:rPr lang="fr-FR" dirty="0" err="1"/>
              <a:t>scalers</a:t>
            </a:r>
            <a:endParaRPr lang="fr-FR" dirty="0"/>
          </a:p>
          <a:p>
            <a:pPr lvl="1"/>
            <a:r>
              <a:rPr lang="fr-FR" dirty="0" err="1"/>
              <a:t>cmodel</a:t>
            </a:r>
            <a:r>
              <a:rPr lang="fr-FR" dirty="0"/>
              <a:t> = </a:t>
            </a:r>
            <a:r>
              <a:rPr lang="fr-FR" dirty="0" err="1"/>
              <a:t>emlearn.convert</a:t>
            </a:r>
            <a:r>
              <a:rPr lang="fr-FR" dirty="0"/>
              <a:t>(model, </a:t>
            </a:r>
            <a:r>
              <a:rPr lang="fr-FR" dirty="0" err="1"/>
              <a:t>method</a:t>
            </a:r>
            <a:r>
              <a:rPr lang="fr-FR" dirty="0"/>
              <a:t>='</a:t>
            </a:r>
            <a:r>
              <a:rPr lang="fr-FR" dirty="0" err="1"/>
              <a:t>inline</a:t>
            </a:r>
            <a:r>
              <a:rPr lang="fr-FR" dirty="0"/>
              <a:t>')</a:t>
            </a:r>
          </a:p>
          <a:p>
            <a:pPr lvl="1"/>
            <a:r>
              <a:rPr lang="fr-FR" dirty="0" err="1"/>
              <a:t>cmodel.save</a:t>
            </a:r>
            <a:r>
              <a:rPr lang="fr-FR" dirty="0"/>
              <a:t>(file="</a:t>
            </a:r>
            <a:r>
              <a:rPr lang="fr-FR" dirty="0" err="1"/>
              <a:t>path</a:t>
            </a:r>
            <a:r>
              <a:rPr lang="fr-FR" dirty="0"/>
              <a:t>", </a:t>
            </a:r>
            <a:r>
              <a:rPr lang="fr-FR" dirty="0" err="1"/>
              <a:t>name</a:t>
            </a:r>
            <a:r>
              <a:rPr lang="fr-FR" dirty="0"/>
              <a:t>='</a:t>
            </a:r>
            <a:r>
              <a:rPr lang="fr-FR" dirty="0" err="1"/>
              <a:t>rf</a:t>
            </a:r>
            <a:r>
              <a:rPr lang="fr-FR" dirty="0"/>
              <a:t>', format='csv')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910512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A7A7AE4-9190-432C-379B-B94C669F8B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Array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90CD356-C6FC-39E5-8A85-53639D696A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EMLearn</a:t>
            </a:r>
            <a:r>
              <a:rPr lang="fr-FR" dirty="0"/>
              <a:t> n'utilise pas les </a:t>
            </a:r>
            <a:r>
              <a:rPr lang="fr-FR" dirty="0" err="1"/>
              <a:t>np.array</a:t>
            </a:r>
            <a:endParaRPr lang="fr-FR" dirty="0"/>
          </a:p>
          <a:p>
            <a:pPr lvl="1"/>
            <a:r>
              <a:rPr lang="fr-FR" dirty="0"/>
              <a:t>Trop gourmand car 64 bits</a:t>
            </a:r>
          </a:p>
          <a:p>
            <a:r>
              <a:rPr lang="fr-FR" dirty="0"/>
              <a:t>Utilise les </a:t>
            </a:r>
            <a:r>
              <a:rPr lang="fr-FR" dirty="0" err="1"/>
              <a:t>array.array</a:t>
            </a:r>
            <a:endParaRPr lang="fr-FR" dirty="0"/>
          </a:p>
          <a:p>
            <a:pPr lvl="1"/>
            <a:r>
              <a:rPr lang="fr-FR" dirty="0"/>
              <a:t>Natif Python et </a:t>
            </a:r>
            <a:r>
              <a:rPr lang="fr-FR" dirty="0" err="1"/>
              <a:t>MicroPython</a:t>
            </a:r>
            <a:endParaRPr lang="fr-FR" dirty="0"/>
          </a:p>
          <a:p>
            <a:pPr lvl="1"/>
            <a:r>
              <a:rPr lang="fr-FR" dirty="0"/>
              <a:t>Fonctionne comme un tableau C</a:t>
            </a:r>
          </a:p>
          <a:p>
            <a:pPr lvl="1"/>
            <a:r>
              <a:rPr lang="fr-FR" dirty="0"/>
              <a:t>import </a:t>
            </a:r>
            <a:r>
              <a:rPr lang="fr-FR" dirty="0" err="1"/>
              <a:t>array</a:t>
            </a:r>
            <a:endParaRPr lang="fr-FR" dirty="0"/>
          </a:p>
          <a:p>
            <a:pPr lvl="1"/>
            <a:r>
              <a:rPr lang="fr-FR" dirty="0" err="1"/>
              <a:t>array.array</a:t>
            </a:r>
            <a:r>
              <a:rPr lang="fr-FR" dirty="0"/>
              <a:t>("f", [1,2,3,4])</a:t>
            </a:r>
          </a:p>
          <a:p>
            <a:pPr lvl="1"/>
            <a:r>
              <a:rPr lang="fr-FR" dirty="0"/>
              <a:t>Créer un </a:t>
            </a:r>
            <a:r>
              <a:rPr lang="fr-FR" dirty="0" err="1"/>
              <a:t>array</a:t>
            </a:r>
            <a:r>
              <a:rPr lang="fr-FR" dirty="0"/>
              <a:t> à partir d'une liste Python</a:t>
            </a:r>
          </a:p>
          <a:p>
            <a:pPr lvl="1"/>
            <a:r>
              <a:rPr lang="fr-FR" dirty="0"/>
              <a:t>"f" = float32</a:t>
            </a:r>
          </a:p>
          <a:p>
            <a:pPr lvl="1"/>
            <a:r>
              <a:rPr lang="fr-FR" dirty="0"/>
              <a:t>"h" = float16</a:t>
            </a:r>
          </a:p>
          <a:p>
            <a:pPr lvl="1"/>
            <a:r>
              <a:rPr lang="fr-FR" dirty="0"/>
              <a:t>"B" = int8</a:t>
            </a:r>
          </a:p>
        </p:txBody>
      </p:sp>
    </p:spTree>
    <p:extLst>
      <p:ext uri="{BB962C8B-B14F-4D97-AF65-F5344CB8AC3E}">
        <p14:creationId xmlns:p14="http://schemas.microsoft.com/office/powerpoint/2010/main" val="10646615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F935B4-2EB9-F611-5093-C33E094D5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Rapide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D243707-41C9-FD7D-26FF-B9B712ACC5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4A95D5E-9186-1452-8CE6-82D4F0206A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0838" y="2209630"/>
            <a:ext cx="5182323" cy="2438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0403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8FA7806-CC3B-BFE7-C428-B577A5542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emlearn_trees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2C0F02-BF80-F619-E1E2-72B0884DFD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modèle RF </a:t>
            </a:r>
            <a:r>
              <a:rPr lang="fr-FR" dirty="0" err="1"/>
              <a:t>emlearn_trees</a:t>
            </a:r>
            <a:endParaRPr lang="fr-FR" dirty="0"/>
          </a:p>
          <a:p>
            <a:r>
              <a:rPr lang="fr-FR" dirty="0"/>
              <a:t>La méthode new permet de créer un modèle</a:t>
            </a:r>
          </a:p>
          <a:p>
            <a:pPr lvl="1"/>
            <a:r>
              <a:rPr lang="en-US" dirty="0" err="1"/>
              <a:t>emlearn_trees.new</a:t>
            </a:r>
            <a:r>
              <a:rPr lang="en-US" dirty="0"/>
              <a:t>(</a:t>
            </a:r>
            <a:r>
              <a:rPr lang="en-US" dirty="0" err="1"/>
              <a:t>nb_tree</a:t>
            </a:r>
            <a:r>
              <a:rPr lang="en-US" dirty="0"/>
              <a:t>, </a:t>
            </a:r>
            <a:r>
              <a:rPr lang="en-US" dirty="0" err="1"/>
              <a:t>max_nodes</a:t>
            </a:r>
            <a:r>
              <a:rPr lang="en-US" dirty="0"/>
              <a:t>, features)</a:t>
            </a:r>
          </a:p>
          <a:p>
            <a:pPr lvl="1"/>
            <a:r>
              <a:rPr lang="en-US" dirty="0"/>
              <a:t>Les features </a:t>
            </a:r>
            <a:r>
              <a:rPr lang="en-US" dirty="0" err="1"/>
              <a:t>sont</a:t>
            </a:r>
            <a:r>
              <a:rPr lang="en-US" dirty="0"/>
              <a:t> </a:t>
            </a:r>
            <a:r>
              <a:rPr lang="en-US" dirty="0" err="1"/>
              <a:t>limitées</a:t>
            </a:r>
            <a:r>
              <a:rPr lang="en-US" dirty="0"/>
              <a:t> à 100</a:t>
            </a:r>
          </a:p>
          <a:p>
            <a:r>
              <a:rPr lang="en-US" dirty="0"/>
              <a:t>La </a:t>
            </a:r>
            <a:r>
              <a:rPr lang="en-US" dirty="0" err="1"/>
              <a:t>méthode</a:t>
            </a:r>
            <a:r>
              <a:rPr lang="en-US" dirty="0"/>
              <a:t> </a:t>
            </a:r>
            <a:r>
              <a:rPr lang="en-US" dirty="0" err="1"/>
              <a:t>load_model</a:t>
            </a:r>
            <a:r>
              <a:rPr lang="fr-FR" dirty="0"/>
              <a:t>permet de créer un modèle sauvegarder depuis </a:t>
            </a:r>
            <a:r>
              <a:rPr lang="fr-FR" dirty="0" err="1"/>
              <a:t>sklearn</a:t>
            </a:r>
            <a:r>
              <a:rPr lang="fr-FR" dirty="0"/>
              <a:t> </a:t>
            </a:r>
          </a:p>
          <a:p>
            <a:pPr lvl="1"/>
            <a:r>
              <a:rPr lang="fr-FR" dirty="0"/>
              <a:t>model = </a:t>
            </a:r>
            <a:r>
              <a:rPr lang="fr-FR" dirty="0" err="1"/>
              <a:t>emlearn_trees.load_model</a:t>
            </a:r>
            <a:r>
              <a:rPr lang="fr-FR" dirty="0"/>
              <a:t>(model, f)</a:t>
            </a:r>
          </a:p>
          <a:p>
            <a:r>
              <a:rPr lang="fr-FR" dirty="0"/>
              <a:t>Prédiction</a:t>
            </a:r>
          </a:p>
          <a:p>
            <a:pPr lvl="1"/>
            <a:r>
              <a:rPr lang="fr-FR" dirty="0" err="1"/>
              <a:t>model.predict</a:t>
            </a:r>
            <a:r>
              <a:rPr lang="fr-FR" dirty="0"/>
              <a:t>(x, out)</a:t>
            </a:r>
          </a:p>
          <a:p>
            <a:pPr lvl="1"/>
            <a:endParaRPr lang="fr-FR" dirty="0"/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499381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9DFF04-F680-BDA6-7C47-7BDF4CC80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Compatible C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B9FDBB3-A562-ECE1-FDDB-4C190AD254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B8AB88F-F555-F5BC-8F6B-DEE315FD5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56209"/>
            <a:ext cx="9144000" cy="5070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98437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8BE992-5C6F-7803-95E7-3FE1B615EB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</a:t>
            </a:r>
            <a:r>
              <a:rPr lang="fr-FR" dirty="0" err="1"/>
              <a:t>concurents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51B8723-375E-B638-6FE8-B13156CF70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DDB74A6E-18B7-7934-14A3-F16FB500F9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65681"/>
            <a:ext cx="9144000" cy="3726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14497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46C4FF-EE66-BD5A-09BA-71C1973DA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mpremote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8A85B37-677B-A86E-742A-0DEAC8A153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mpremote</a:t>
            </a:r>
            <a:r>
              <a:rPr lang="fr-FR" dirty="0"/>
              <a:t> est un outil pour copier des fichiers entre le PC et l'ESP32</a:t>
            </a:r>
          </a:p>
          <a:p>
            <a:pPr lvl="1"/>
            <a:r>
              <a:rPr lang="fr-FR" dirty="0" err="1"/>
              <a:t>pip</a:t>
            </a:r>
            <a:r>
              <a:rPr lang="fr-FR" dirty="0"/>
              <a:t> </a:t>
            </a:r>
            <a:r>
              <a:rPr lang="fr-FR" dirty="0" err="1"/>
              <a:t>install</a:t>
            </a:r>
            <a:r>
              <a:rPr lang="fr-FR" dirty="0"/>
              <a:t> </a:t>
            </a:r>
            <a:r>
              <a:rPr lang="fr-FR" dirty="0" err="1"/>
              <a:t>mpremote</a:t>
            </a:r>
            <a:endParaRPr lang="fr-FR" dirty="0"/>
          </a:p>
          <a:p>
            <a:pPr lvl="1"/>
            <a:r>
              <a:rPr lang="fr-FR" dirty="0"/>
              <a:t>. = PC</a:t>
            </a:r>
          </a:p>
          <a:p>
            <a:pPr lvl="1"/>
            <a:r>
              <a:rPr lang="fr-FR" dirty="0"/>
              <a:t>: = ESP32</a:t>
            </a:r>
          </a:p>
          <a:p>
            <a:pPr lvl="1"/>
            <a:r>
              <a:rPr lang="fr-FR" dirty="0" err="1"/>
              <a:t>cp</a:t>
            </a:r>
            <a:r>
              <a:rPr lang="fr-FR"/>
              <a:t> ./file.csv :/</a:t>
            </a:r>
          </a:p>
          <a:p>
            <a:pPr lvl="1"/>
            <a:r>
              <a:rPr lang="fr-FR" dirty="0" err="1"/>
              <a:t>cp</a:t>
            </a:r>
            <a:r>
              <a:rPr lang="fr-FR" dirty="0"/>
              <a:t> -r :/ ./backup/</a:t>
            </a:r>
          </a:p>
        </p:txBody>
      </p:sp>
    </p:spTree>
    <p:extLst>
      <p:ext uri="{BB962C8B-B14F-4D97-AF65-F5344CB8AC3E}">
        <p14:creationId xmlns:p14="http://schemas.microsoft.com/office/powerpoint/2010/main" val="1740713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9098E66-BAFD-23AE-2B56-D72414CC5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TP7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48D0D33-6145-EC8A-4028-4B0D94DE59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RF </a:t>
            </a:r>
            <a:r>
              <a:rPr lang="fr-FR" dirty="0" err="1"/>
              <a:t>Breast</a:t>
            </a:r>
            <a:r>
              <a:rPr lang="fr-FR" dirty="0"/>
              <a:t> Cancer sur ESP32</a:t>
            </a:r>
          </a:p>
        </p:txBody>
      </p:sp>
    </p:spTree>
    <p:extLst>
      <p:ext uri="{BB962C8B-B14F-4D97-AF65-F5344CB8AC3E}">
        <p14:creationId xmlns:p14="http://schemas.microsoft.com/office/powerpoint/2010/main" val="3154801537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7189</TotalTime>
  <Words>308</Words>
  <Application>Microsoft Office PowerPoint</Application>
  <PresentationFormat>Affichage à l'écran (4:3)</PresentationFormat>
  <Paragraphs>60</Paragraphs>
  <Slides>12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6" baseType="lpstr">
      <vt:lpstr>Arial</vt:lpstr>
      <vt:lpstr>Monotype Sorts</vt:lpstr>
      <vt:lpstr>Times New Roman</vt:lpstr>
      <vt:lpstr>cvc</vt:lpstr>
      <vt:lpstr>Présentation PowerPoint</vt:lpstr>
      <vt:lpstr>EMLearn</vt:lpstr>
      <vt:lpstr>EMLearn déterministes</vt:lpstr>
      <vt:lpstr>EMLearn</vt:lpstr>
      <vt:lpstr>EMLearn Python</vt:lpstr>
      <vt:lpstr>Array</vt:lpstr>
      <vt:lpstr>Rapide</vt:lpstr>
      <vt:lpstr>emlearn_trees</vt:lpstr>
      <vt:lpstr>Compatible C</vt:lpstr>
      <vt:lpstr>Les concurents</vt:lpstr>
      <vt:lpstr>mpremote</vt:lpstr>
      <vt:lpstr>TP7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364</cp:revision>
  <dcterms:created xsi:type="dcterms:W3CDTF">2000-04-10T19:33:12Z</dcterms:created>
  <dcterms:modified xsi:type="dcterms:W3CDTF">2026-03-17T12:16:47Z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