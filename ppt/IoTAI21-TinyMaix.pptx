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4"/>
  </p:notesMasterIdLst>
  <p:handoutMasterIdLst>
    <p:handoutMasterId r:id="rId15"/>
  </p:handoutMasterIdLst>
  <p:sldIdLst>
    <p:sldId id="264" r:id="rId2"/>
    <p:sldId id="269" r:id="rId3"/>
    <p:sldId id="295" r:id="rId4"/>
    <p:sldId id="298" r:id="rId5"/>
    <p:sldId id="300" r:id="rId6"/>
    <p:sldId id="291" r:id="rId7"/>
    <p:sldId id="270" r:id="rId8"/>
    <p:sldId id="271" r:id="rId9"/>
    <p:sldId id="272" r:id="rId10"/>
    <p:sldId id="273" r:id="rId11"/>
    <p:sldId id="290" r:id="rId12"/>
    <p:sldId id="275" r:id="rId13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TFlite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C66C27A-8CC1-FE3A-4507-EA34AED1F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381" y="3097894"/>
            <a:ext cx="3038899" cy="166710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4436CAE-6313-4FDB-AA60-FCE210033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250" y="4938615"/>
            <a:ext cx="1505160" cy="14003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481348-859F-DFFB-17D2-EEBA08958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C38F57-9862-C1FA-7F8F-9E00A7DE1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TFLite</a:t>
            </a:r>
            <a:r>
              <a:rPr lang="fr-FR" dirty="0"/>
              <a:t> est trop gros pour fonctionner correctement sur </a:t>
            </a:r>
            <a:r>
              <a:rPr lang="fr-FR" dirty="0" err="1"/>
              <a:t>sur</a:t>
            </a:r>
            <a:r>
              <a:rPr lang="fr-FR" dirty="0"/>
              <a:t> certains </a:t>
            </a:r>
            <a:r>
              <a:rPr lang="fr-FR" dirty="0" err="1"/>
              <a:t>micro-contrôleurs</a:t>
            </a:r>
            <a:endParaRPr lang="fr-FR" dirty="0"/>
          </a:p>
          <a:p>
            <a:pPr lvl="1"/>
            <a:r>
              <a:rPr lang="fr-FR" dirty="0"/>
              <a:t>Non compatible </a:t>
            </a:r>
            <a:r>
              <a:rPr lang="fr-FR" dirty="0" err="1"/>
              <a:t>MicroPython</a:t>
            </a:r>
            <a:endParaRPr lang="fr-FR" dirty="0"/>
          </a:p>
          <a:p>
            <a:r>
              <a:rPr lang="fr-FR" dirty="0" err="1"/>
              <a:t>TinyMaix</a:t>
            </a:r>
            <a:r>
              <a:rPr lang="fr-FR" dirty="0"/>
              <a:t> permet de résoudre ce problème</a:t>
            </a:r>
          </a:p>
          <a:p>
            <a:r>
              <a:rPr lang="fr-FR" dirty="0" err="1"/>
              <a:t>TinyMaix</a:t>
            </a:r>
            <a:r>
              <a:rPr lang="fr-FR" dirty="0"/>
              <a:t> est un moteur d'inférence pour les réseaux MLP et CNN très léger qui permet d'optimiser le réseau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9695918-3964-D1A0-37AB-DF9F585E7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690" y="128400"/>
            <a:ext cx="2853056" cy="102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398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19AE97-78FE-9D95-04F6-5151EE350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Compatibilité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9DCCFD-4793-B393-6BC1-4D23D1B0A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Compatibilité tout appareil compatible Micro-python</a:t>
            </a:r>
          </a:p>
          <a:p>
            <a:r>
              <a:rPr lang="fr-FR" dirty="0"/>
              <a:t>Compatible Windows et Linux pour les tests</a:t>
            </a:r>
          </a:p>
        </p:txBody>
      </p:sp>
    </p:spTree>
    <p:extLst>
      <p:ext uri="{BB962C8B-B14F-4D97-AF65-F5344CB8AC3E}">
        <p14:creationId xmlns:p14="http://schemas.microsoft.com/office/powerpoint/2010/main" val="3861738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8B12F-843D-C1AB-E165-7B02377F0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Micro-contrôleurs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2075CC-1761-121A-6B27-DBBADD799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TinyMaix</a:t>
            </a:r>
            <a:r>
              <a:rPr lang="fr-FR" dirty="0"/>
              <a:t> est conçu pour exécuter du ML sur des microcontrôleurs ne disposant que de quelques kilo-octets de mémoire</a:t>
            </a:r>
          </a:p>
          <a:p>
            <a:r>
              <a:rPr lang="fr-FR" dirty="0"/>
              <a:t>Le composant d'exécution principal tient sur 2 Ko sur un processeur Arm Cortex M3 et peut exécuter de nombreux modèles de base</a:t>
            </a:r>
          </a:p>
          <a:p>
            <a:r>
              <a:rPr lang="fr-FR" dirty="0"/>
              <a:t>Aucune compatibilité avec le système d'exploitation n'est nécessaire</a:t>
            </a:r>
          </a:p>
          <a:p>
            <a:r>
              <a:rPr lang="fr-FR" dirty="0"/>
              <a:t>Il ne nécessite aucune gestion de la mémoire.</a:t>
            </a:r>
          </a:p>
        </p:txBody>
      </p:sp>
    </p:spTree>
    <p:extLst>
      <p:ext uri="{BB962C8B-B14F-4D97-AF65-F5344CB8AC3E}">
        <p14:creationId xmlns:p14="http://schemas.microsoft.com/office/powerpoint/2010/main" val="1352314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4FCB78-4BFB-476D-A41F-FF53E17D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EF7473-7C72-1FD4-741D-17FDD458D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Compatibilité avec un sous-ensemble limité d'opérations </a:t>
            </a:r>
            <a:r>
              <a:rPr lang="fr-FR" dirty="0" err="1"/>
              <a:t>TFLite</a:t>
            </a:r>
            <a:endParaRPr lang="fr-FR" dirty="0"/>
          </a:p>
          <a:p>
            <a:r>
              <a:rPr lang="fr-FR" dirty="0"/>
              <a:t>Compatibilité avec un nombre limité d'appareils</a:t>
            </a:r>
          </a:p>
          <a:p>
            <a:r>
              <a:rPr lang="fr-FR" dirty="0"/>
              <a:t>L'entraînement sur l'appareil n'est pas disponible</a:t>
            </a:r>
          </a:p>
          <a:p>
            <a:r>
              <a:rPr lang="fr-FR" dirty="0"/>
              <a:t>Pas </a:t>
            </a:r>
            <a:r>
              <a:rPr lang="fr-FR"/>
              <a:t>d'accélération GPU, NPU, DSP </a:t>
            </a:r>
            <a:r>
              <a:rPr lang="fr-FR" dirty="0"/>
              <a:t>à ce jour</a:t>
            </a:r>
          </a:p>
        </p:txBody>
      </p:sp>
    </p:spTree>
    <p:extLst>
      <p:ext uri="{BB962C8B-B14F-4D97-AF65-F5344CB8AC3E}">
        <p14:creationId xmlns:p14="http://schemas.microsoft.com/office/powerpoint/2010/main" val="3813616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C89943-BA5B-EDAC-1BE7-9CA5E817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TinyMaix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4C5306-2048-9D0B-6847-301D9ED68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Possède un nombre limité de </a:t>
            </a:r>
            <a:r>
              <a:rPr lang="fr-FR" dirty="0" err="1"/>
              <a:t>layers</a:t>
            </a:r>
            <a:r>
              <a:rPr lang="fr-FR" dirty="0"/>
              <a:t> et de fonctions</a:t>
            </a:r>
          </a:p>
          <a:p>
            <a:pPr lvl="1"/>
            <a:r>
              <a:rPr lang="fr-FR" dirty="0"/>
              <a:t>Limité à MLP et CNN</a:t>
            </a:r>
          </a:p>
          <a:p>
            <a:pPr lvl="1"/>
            <a:r>
              <a:rPr lang="fr-FR" dirty="0"/>
              <a:t>Relu, </a:t>
            </a:r>
            <a:r>
              <a:rPr lang="fr-FR" dirty="0" err="1"/>
              <a:t>Softmax</a:t>
            </a:r>
            <a:r>
              <a:rPr lang="fr-FR" dirty="0"/>
              <a:t> (pas </a:t>
            </a:r>
            <a:r>
              <a:rPr lang="fr-FR"/>
              <a:t>de sigmoïde)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2413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E9E949-20CE-D6A2-E963-FDE9DB3D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TMDL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F78E13-10A4-12E2-C90B-59F99605B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le répertoire Tools de </a:t>
            </a:r>
            <a:r>
              <a:rPr lang="fr-FR" dirty="0" err="1"/>
              <a:t>TinyMaix</a:t>
            </a:r>
            <a:r>
              <a:rPr lang="fr-FR" dirty="0"/>
              <a:t> il y a</a:t>
            </a:r>
          </a:p>
          <a:p>
            <a:pPr lvl="1"/>
            <a:r>
              <a:rPr lang="fr-FR" dirty="0"/>
              <a:t>h5_to_tflite.py (vu plus tôt)</a:t>
            </a:r>
          </a:p>
          <a:p>
            <a:pPr lvl="1"/>
            <a:r>
              <a:rPr lang="fr-FR" dirty="0"/>
              <a:t>tflite_to_tmdl.py</a:t>
            </a:r>
          </a:p>
          <a:p>
            <a:r>
              <a:rPr lang="fr-FR" dirty="0"/>
              <a:t>Le format TMDL est un format de réseaux de neurone simplifié pour </a:t>
            </a:r>
            <a:r>
              <a:rPr lang="fr-FR" dirty="0" err="1"/>
              <a:t>micro-contrôleur</a:t>
            </a:r>
            <a:endParaRPr lang="fr-FR" dirty="0"/>
          </a:p>
          <a:p>
            <a:pPr lvl="1"/>
            <a:r>
              <a:rPr lang="fr-FR" dirty="0"/>
              <a:t>Ne supporte pas tous les types de layer et ni tous les types d'activation</a:t>
            </a:r>
          </a:p>
          <a:p>
            <a:pPr lvl="1"/>
            <a:r>
              <a:rPr lang="fr-FR" dirty="0"/>
              <a:t>Compatible TF 2.14 maximum</a:t>
            </a:r>
          </a:p>
          <a:p>
            <a:pPr lvl="1"/>
            <a:r>
              <a:rPr lang="fr-FR" dirty="0"/>
              <a:t>Compatible </a:t>
            </a:r>
            <a:r>
              <a:rPr lang="fr-FR" dirty="0" err="1"/>
              <a:t>MobileNet</a:t>
            </a:r>
            <a:r>
              <a:rPr lang="fr-FR" dirty="0"/>
              <a:t> V1s</a:t>
            </a:r>
          </a:p>
        </p:txBody>
      </p:sp>
    </p:spTree>
    <p:extLst>
      <p:ext uri="{BB962C8B-B14F-4D97-AF65-F5344CB8AC3E}">
        <p14:creationId xmlns:p14="http://schemas.microsoft.com/office/powerpoint/2010/main" val="2073241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E0ADD6-1B50-F09E-5115-C535E1CA2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Conversions TMDL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2D2715-D81E-9F1B-6CF1-E7F26FECE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</a:t>
            </a:r>
            <a:r>
              <a:rPr lang="fr-FR" dirty="0" err="1"/>
              <a:t>TinyMaix</a:t>
            </a:r>
            <a:r>
              <a:rPr lang="fr-FR" dirty="0"/>
              <a:t>/</a:t>
            </a:r>
            <a:r>
              <a:rPr lang="fr-FR" dirty="0" err="1"/>
              <a:t>tools</a:t>
            </a:r>
            <a:endParaRPr lang="fr-FR" dirty="0"/>
          </a:p>
          <a:p>
            <a:r>
              <a:rPr lang="fr-FR" dirty="0"/>
              <a:t>H5 vers </a:t>
            </a:r>
            <a:r>
              <a:rPr lang="fr-FR" dirty="0" err="1"/>
              <a:t>tflite</a:t>
            </a:r>
            <a:endParaRPr lang="fr-FR" dirty="0"/>
          </a:p>
          <a:p>
            <a:pPr lvl="1"/>
            <a:r>
              <a:rPr lang="en-US" dirty="0"/>
              <a:t>h5_to_tflite.py mnist_mlp.h5 mnist_mlp_fp32.tflite 0</a:t>
            </a:r>
          </a:p>
          <a:p>
            <a:pPr lvl="1"/>
            <a:r>
              <a:rPr lang="en-US" dirty="0" err="1"/>
              <a:t>Convertit</a:t>
            </a:r>
            <a:r>
              <a:rPr lang="en-US" dirty="0"/>
              <a:t> les </a:t>
            </a:r>
            <a:r>
              <a:rPr lang="en-US" dirty="0" err="1"/>
              <a:t>poids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32 bits (</a:t>
            </a:r>
            <a:r>
              <a:rPr lang="en-US" dirty="0" err="1"/>
              <a:t>ie</a:t>
            </a:r>
            <a:r>
              <a:rPr lang="en-US" dirty="0"/>
              <a:t> 0)</a:t>
            </a:r>
          </a:p>
          <a:p>
            <a:r>
              <a:rPr lang="en-US" dirty="0" err="1"/>
              <a:t>tflite</a:t>
            </a:r>
            <a:r>
              <a:rPr lang="en-US" dirty="0"/>
              <a:t> vers </a:t>
            </a:r>
            <a:r>
              <a:rPr lang="en-US" dirty="0" err="1"/>
              <a:t>tmdl</a:t>
            </a:r>
            <a:endParaRPr lang="en-US" dirty="0"/>
          </a:p>
          <a:p>
            <a:pPr lvl="1"/>
            <a:r>
              <a:rPr lang="en-US" dirty="0"/>
              <a:t>tflite2tmdl.py mnist_mlp_fp32.tflite mnist_mlp_fp32.tmdl float32 0 784 1</a:t>
            </a:r>
          </a:p>
          <a:p>
            <a:pPr lvl="1"/>
            <a:r>
              <a:rPr lang="en-US" dirty="0" err="1"/>
              <a:t>Convertit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TMDL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utilisant</a:t>
            </a:r>
            <a:r>
              <a:rPr lang="en-US" dirty="0"/>
              <a:t> des array 8 bits</a:t>
            </a:r>
          </a:p>
          <a:p>
            <a:pPr lvl="1"/>
            <a:r>
              <a:rPr lang="en-US" dirty="0"/>
              <a:t>0 = pas de </a:t>
            </a:r>
            <a:r>
              <a:rPr lang="en-US" dirty="0" err="1"/>
              <a:t>quantisation</a:t>
            </a:r>
            <a:endParaRPr lang="en-US" dirty="0"/>
          </a:p>
          <a:p>
            <a:pPr lvl="1"/>
            <a:r>
              <a:rPr lang="en-US" dirty="0"/>
              <a:t>784 = </a:t>
            </a:r>
            <a:r>
              <a:rPr lang="en-US" dirty="0" err="1"/>
              <a:t>input.shape</a:t>
            </a:r>
            <a:r>
              <a:rPr lang="en-US" dirty="0"/>
              <a:t>[1]</a:t>
            </a:r>
          </a:p>
          <a:p>
            <a:pPr lvl="1"/>
            <a:r>
              <a:rPr lang="en-US" dirty="0"/>
              <a:t>1 = </a:t>
            </a:r>
            <a:r>
              <a:rPr lang="en-US" dirty="0" err="1"/>
              <a:t>output.shape</a:t>
            </a:r>
            <a:r>
              <a:rPr lang="en-US" dirty="0"/>
              <a:t>[1]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6734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775AE4-EEAE-1169-768C-68AB2E552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Sur ESP32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431220-EBF6-7C7D-0667-F2D2ED282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Importer emlearn_cnn_fp32.mpy</a:t>
            </a:r>
          </a:p>
          <a:p>
            <a:r>
              <a:rPr lang="fr-FR" dirty="0"/>
              <a:t>Importer le </a:t>
            </a:r>
            <a:r>
              <a:rPr lang="fr-FR" dirty="0" err="1"/>
              <a:t>tmdl</a:t>
            </a:r>
            <a:endParaRPr lang="fr-FR" dirty="0"/>
          </a:p>
          <a:p>
            <a:pPr marL="457200" lvl="1" indent="0">
              <a:buNone/>
            </a:pPr>
            <a:r>
              <a:rPr lang="fr-FR" dirty="0" err="1"/>
              <a:t>with</a:t>
            </a:r>
            <a:r>
              <a:rPr lang="fr-FR" dirty="0"/>
              <a:t> open("mnist_mlp_int8.tmdl", '</a:t>
            </a:r>
            <a:r>
              <a:rPr lang="fr-FR" dirty="0" err="1"/>
              <a:t>rb</a:t>
            </a:r>
            <a:r>
              <a:rPr lang="fr-FR" dirty="0"/>
              <a:t>') as f:</a:t>
            </a:r>
          </a:p>
          <a:p>
            <a:pPr marL="457200" lvl="1" indent="0">
              <a:buNone/>
            </a:pPr>
            <a:r>
              <a:rPr lang="fr-FR" dirty="0"/>
              <a:t>    model = </a:t>
            </a:r>
            <a:r>
              <a:rPr lang="fr-FR" dirty="0" err="1"/>
              <a:t>array.array</a:t>
            </a:r>
            <a:r>
              <a:rPr lang="fr-FR" dirty="0"/>
              <a:t>('B', </a:t>
            </a:r>
            <a:r>
              <a:rPr lang="fr-FR" dirty="0" err="1"/>
              <a:t>f.read</a:t>
            </a:r>
            <a:r>
              <a:rPr lang="fr-FR" dirty="0"/>
              <a:t>())</a:t>
            </a:r>
          </a:p>
          <a:p>
            <a:pPr marL="457200" lvl="1" indent="0">
              <a:buNone/>
            </a:pPr>
            <a:r>
              <a:rPr lang="fr-FR" dirty="0"/>
              <a:t>model = </a:t>
            </a:r>
            <a:r>
              <a:rPr lang="fr-FR" dirty="0" err="1"/>
              <a:t>emlearn_cnn.new</a:t>
            </a:r>
            <a:r>
              <a:rPr lang="fr-FR" dirty="0"/>
              <a:t>(model)</a:t>
            </a:r>
          </a:p>
          <a:p>
            <a:r>
              <a:rPr lang="fr-FR" dirty="0"/>
              <a:t>Prédire</a:t>
            </a:r>
          </a:p>
          <a:p>
            <a:pPr lvl="1"/>
            <a:r>
              <a:rPr lang="en-US" dirty="0"/>
              <a:t>out = </a:t>
            </a:r>
            <a:r>
              <a:rPr lang="en-US" dirty="0" err="1"/>
              <a:t>array.array</a:t>
            </a:r>
            <a:r>
              <a:rPr lang="en-US" dirty="0"/>
              <a:t>('f', (-1 for _ in range(</a:t>
            </a:r>
            <a:r>
              <a:rPr lang="en-US" dirty="0" err="1"/>
              <a:t>model.output_dimensions</a:t>
            </a:r>
            <a:r>
              <a:rPr lang="en-US" dirty="0"/>
              <a:t>()[0])))</a:t>
            </a:r>
            <a:endParaRPr lang="fr-FR" dirty="0"/>
          </a:p>
          <a:p>
            <a:pPr lvl="1"/>
            <a:r>
              <a:rPr lang="fr-FR" dirty="0" err="1"/>
              <a:t>model.run</a:t>
            </a:r>
            <a:r>
              <a:rPr lang="fr-FR" dirty="0"/>
              <a:t>(x, out)</a:t>
            </a:r>
          </a:p>
          <a:p>
            <a:pPr lvl="1"/>
            <a:r>
              <a:rPr lang="fr-FR" dirty="0"/>
              <a:t>x doit être un tableau d'octets B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1618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849874-6C03-FC95-D495-B3CAB6CE2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C718AD-4788-7999-EB16-03D7D3FEE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Toutes les fonctions d'activations ne sont pas présentes</a:t>
            </a:r>
          </a:p>
          <a:p>
            <a:pPr lvl="1"/>
            <a:r>
              <a:rPr lang="fr-FR" dirty="0"/>
              <a:t>Par exemple </a:t>
            </a:r>
            <a:r>
              <a:rPr lang="fr-FR" dirty="0" err="1"/>
              <a:t>sigmoid</a:t>
            </a:r>
            <a:r>
              <a:rPr lang="fr-FR" dirty="0"/>
              <a:t> et </a:t>
            </a:r>
            <a:r>
              <a:rPr lang="fr-FR" dirty="0" err="1"/>
              <a:t>tanh</a:t>
            </a:r>
            <a:endParaRPr lang="fr-FR" dirty="0"/>
          </a:p>
          <a:p>
            <a:r>
              <a:rPr lang="fr-FR" dirty="0"/>
              <a:t>L'input doit être un tableau de byte</a:t>
            </a:r>
          </a:p>
          <a:p>
            <a:pPr lvl="1"/>
            <a:r>
              <a:rPr lang="fr-FR" dirty="0"/>
              <a:t>Les données doivent être </a:t>
            </a:r>
            <a:r>
              <a:rPr lang="fr-FR" dirty="0" err="1"/>
              <a:t>scalées</a:t>
            </a:r>
            <a:r>
              <a:rPr lang="fr-FR" dirty="0"/>
              <a:t> entre 0 et 255</a:t>
            </a:r>
          </a:p>
          <a:p>
            <a:pPr lvl="1"/>
            <a:r>
              <a:rPr lang="fr-FR" dirty="0"/>
              <a:t>Sur le PC les données doivent être </a:t>
            </a:r>
            <a:r>
              <a:rPr lang="fr-FR" dirty="0" err="1"/>
              <a:t>scalées</a:t>
            </a:r>
            <a:r>
              <a:rPr lang="fr-FR" dirty="0"/>
              <a:t> entre 0 et 1</a:t>
            </a:r>
          </a:p>
          <a:p>
            <a:pPr lvl="1"/>
            <a:r>
              <a:rPr lang="fr-FR" dirty="0"/>
              <a:t>Seul le </a:t>
            </a:r>
            <a:r>
              <a:rPr lang="fr-FR" dirty="0" err="1"/>
              <a:t>MinMaxScaler</a:t>
            </a:r>
            <a:r>
              <a:rPr lang="fr-FR" dirty="0"/>
              <a:t> est donc envisageable</a:t>
            </a:r>
          </a:p>
        </p:txBody>
      </p:sp>
    </p:spTree>
    <p:extLst>
      <p:ext uri="{BB962C8B-B14F-4D97-AF65-F5344CB8AC3E}">
        <p14:creationId xmlns:p14="http://schemas.microsoft.com/office/powerpoint/2010/main" val="4140969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E00F33-A97D-8FAD-E041-959189062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Quantisation</a:t>
            </a:r>
            <a:r>
              <a:rPr lang="fr-FR" dirty="0"/>
              <a:t> TMDL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6B9370-BC1A-0F1E-4050-5CB73D0A6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Transformation en </a:t>
            </a:r>
            <a:r>
              <a:rPr lang="fr-FR" dirty="0" err="1"/>
              <a:t>array</a:t>
            </a:r>
            <a:r>
              <a:rPr lang="fr-FR" dirty="0"/>
              <a:t> 8 bits</a:t>
            </a:r>
          </a:p>
          <a:p>
            <a:pPr lvl="1"/>
            <a:r>
              <a:rPr lang="fr-FR" dirty="0"/>
              <a:t>tflite2tmdl.py mnist_mlp_int8.tflite mnist_mlp_int8.tmdl int8 1 784 1</a:t>
            </a:r>
          </a:p>
          <a:p>
            <a:pPr lvl="1"/>
            <a:r>
              <a:rPr lang="fr-FR" dirty="0"/>
              <a:t>int8 = </a:t>
            </a:r>
            <a:r>
              <a:rPr lang="fr-FR" dirty="0" err="1"/>
              <a:t>quantisation</a:t>
            </a:r>
            <a:r>
              <a:rPr lang="fr-FR" dirty="0"/>
              <a:t> 8 bits</a:t>
            </a:r>
          </a:p>
          <a:p>
            <a:pPr lvl="1"/>
            <a:r>
              <a:rPr lang="fr-FR" dirty="0"/>
              <a:t>1 = les données sont déjà </a:t>
            </a:r>
            <a:r>
              <a:rPr lang="fr-FR" dirty="0" err="1"/>
              <a:t>quantisées</a:t>
            </a:r>
            <a:endParaRPr lang="fr-FR" dirty="0"/>
          </a:p>
          <a:p>
            <a:r>
              <a:rPr lang="fr-FR" dirty="0"/>
              <a:t>Sur ESP32 il faut utiliser emlearn_cnn_int8</a:t>
            </a:r>
          </a:p>
        </p:txBody>
      </p:sp>
    </p:spTree>
    <p:extLst>
      <p:ext uri="{BB962C8B-B14F-4D97-AF65-F5344CB8AC3E}">
        <p14:creationId xmlns:p14="http://schemas.microsoft.com/office/powerpoint/2010/main" val="3146422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076638-EE6B-C996-52F4-42BCFF4DB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21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2512B2-49F4-D32F-5008-83A5F8B33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TinyMaix</a:t>
            </a:r>
            <a:r>
              <a:rPr lang="fr-FR" dirty="0"/>
              <a:t> Cancer fp32</a:t>
            </a:r>
          </a:p>
          <a:p>
            <a:pPr lvl="1"/>
            <a:r>
              <a:rPr lang="fr-FR" dirty="0" err="1"/>
              <a:t>MicroPython</a:t>
            </a:r>
            <a:endParaRPr lang="fr-FR" dirty="0"/>
          </a:p>
          <a:p>
            <a:r>
              <a:rPr lang="fr-FR" dirty="0" err="1"/>
              <a:t>TinyMaix</a:t>
            </a:r>
            <a:r>
              <a:rPr lang="fr-FR" dirty="0"/>
              <a:t> MNIST int8</a:t>
            </a:r>
          </a:p>
          <a:p>
            <a:pPr lvl="1"/>
            <a:r>
              <a:rPr lang="fr-FR"/>
              <a:t>MicroPython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5058300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7373</TotalTime>
  <Words>520</Words>
  <Application>Microsoft Office PowerPoint</Application>
  <PresentationFormat>Affichage à l'écran (4:3)</PresentationFormat>
  <Paragraphs>71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Compatibilité</vt:lpstr>
      <vt:lpstr>Micro-contrôleurs</vt:lpstr>
      <vt:lpstr>Limites</vt:lpstr>
      <vt:lpstr>TinyMaix</vt:lpstr>
      <vt:lpstr>TMDL</vt:lpstr>
      <vt:lpstr>Conversions TMDL</vt:lpstr>
      <vt:lpstr>Sur ESP32</vt:lpstr>
      <vt:lpstr>Limitations</vt:lpstr>
      <vt:lpstr>Quantisation TMDL</vt:lpstr>
      <vt:lpstr>TP 21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350</cp:revision>
  <dcterms:created xsi:type="dcterms:W3CDTF">2000-04-10T19:33:12Z</dcterms:created>
  <dcterms:modified xsi:type="dcterms:W3CDTF">2026-06-15T11:15:22Z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